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1"/>
  </p:notesMasterIdLst>
  <p:handoutMasterIdLst>
    <p:handoutMasterId r:id="rId22"/>
  </p:handoutMasterIdLst>
  <p:sldIdLst>
    <p:sldId id="256" r:id="rId2"/>
    <p:sldId id="289" r:id="rId3"/>
    <p:sldId id="295" r:id="rId4"/>
    <p:sldId id="302" r:id="rId5"/>
    <p:sldId id="303" r:id="rId6"/>
    <p:sldId id="304" r:id="rId7"/>
    <p:sldId id="291" r:id="rId8"/>
    <p:sldId id="296" r:id="rId9"/>
    <p:sldId id="294" r:id="rId10"/>
    <p:sldId id="299" r:id="rId11"/>
    <p:sldId id="300" r:id="rId12"/>
    <p:sldId id="301" r:id="rId13"/>
    <p:sldId id="305" r:id="rId14"/>
    <p:sldId id="306" r:id="rId15"/>
    <p:sldId id="297" r:id="rId16"/>
    <p:sldId id="290" r:id="rId17"/>
    <p:sldId id="292" r:id="rId18"/>
    <p:sldId id="298" r:id="rId19"/>
    <p:sldId id="288" r:id="rId20"/>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3A706B2-AA95-4CDC-834C-F4D908C80230}" v="95" dt="2025-02-09T23:48:29.268"/>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538" autoAdjust="0"/>
    <p:restoredTop sz="95033" autoAdjust="0"/>
  </p:normalViewPr>
  <p:slideViewPr>
    <p:cSldViewPr>
      <p:cViewPr>
        <p:scale>
          <a:sx n="60" d="100"/>
          <a:sy n="60" d="100"/>
        </p:scale>
        <p:origin x="96" y="1242"/>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tian Camilo Cano Vasquez" userId="8c73a2a4-758b-4e34-81ed-39462e48bd92" providerId="ADAL" clId="{83A706B2-AA95-4CDC-834C-F4D908C80230}"/>
    <pc:docChg chg="undo redo custSel addSld delSld modSld">
      <pc:chgData name="Christian Camilo Cano Vasquez" userId="8c73a2a4-758b-4e34-81ed-39462e48bd92" providerId="ADAL" clId="{83A706B2-AA95-4CDC-834C-F4D908C80230}" dt="2025-02-10T11:46:25.185" v="655" actId="20577"/>
      <pc:docMkLst>
        <pc:docMk/>
      </pc:docMkLst>
      <pc:sldChg chg="modSp mod">
        <pc:chgData name="Christian Camilo Cano Vasquez" userId="8c73a2a4-758b-4e34-81ed-39462e48bd92" providerId="ADAL" clId="{83A706B2-AA95-4CDC-834C-F4D908C80230}" dt="2025-02-09T23:21:47.550" v="170" actId="20577"/>
        <pc:sldMkLst>
          <pc:docMk/>
          <pc:sldMk cId="0" sldId="256"/>
        </pc:sldMkLst>
        <pc:spChg chg="mod">
          <ac:chgData name="Christian Camilo Cano Vasquez" userId="8c73a2a4-758b-4e34-81ed-39462e48bd92" providerId="ADAL" clId="{83A706B2-AA95-4CDC-834C-F4D908C80230}" dt="2025-02-09T23:21:47.550" v="170" actId="20577"/>
          <ac:spMkLst>
            <pc:docMk/>
            <pc:sldMk cId="0" sldId="256"/>
            <ac:spMk id="3" creationId="{00000000-0000-0000-0000-000000000000}"/>
          </ac:spMkLst>
        </pc:spChg>
      </pc:sldChg>
      <pc:sldChg chg="modSp mod">
        <pc:chgData name="Christian Camilo Cano Vasquez" userId="8c73a2a4-758b-4e34-81ed-39462e48bd92" providerId="ADAL" clId="{83A706B2-AA95-4CDC-834C-F4D908C80230}" dt="2025-02-09T22:54:55.862" v="0" actId="20577"/>
        <pc:sldMkLst>
          <pc:docMk/>
          <pc:sldMk cId="560234623" sldId="289"/>
        </pc:sldMkLst>
        <pc:spChg chg="mod">
          <ac:chgData name="Christian Camilo Cano Vasquez" userId="8c73a2a4-758b-4e34-81ed-39462e48bd92" providerId="ADAL" clId="{83A706B2-AA95-4CDC-834C-F4D908C80230}" dt="2025-02-09T22:54:55.862" v="0" actId="20577"/>
          <ac:spMkLst>
            <pc:docMk/>
            <pc:sldMk cId="560234623" sldId="289"/>
            <ac:spMk id="4" creationId="{9F7BC140-B3D8-C3CB-55AD-9064C7CDE9CA}"/>
          </ac:spMkLst>
        </pc:spChg>
      </pc:sldChg>
      <pc:sldChg chg="addSp delSp modSp mod">
        <pc:chgData name="Christian Camilo Cano Vasquez" userId="8c73a2a4-758b-4e34-81ed-39462e48bd92" providerId="ADAL" clId="{83A706B2-AA95-4CDC-834C-F4D908C80230}" dt="2025-02-09T23:24:42.493" v="173" actId="20577"/>
        <pc:sldMkLst>
          <pc:docMk/>
          <pc:sldMk cId="730501311" sldId="290"/>
        </pc:sldMkLst>
        <pc:spChg chg="mod">
          <ac:chgData name="Christian Camilo Cano Vasquez" userId="8c73a2a4-758b-4e34-81ed-39462e48bd92" providerId="ADAL" clId="{83A706B2-AA95-4CDC-834C-F4D908C80230}" dt="2025-02-09T23:04:13.626" v="39" actId="20577"/>
          <ac:spMkLst>
            <pc:docMk/>
            <pc:sldMk cId="730501311" sldId="290"/>
            <ac:spMk id="2" creationId="{D0F8CF3B-B920-DBFC-F825-0C87B51EADA7}"/>
          </ac:spMkLst>
        </pc:spChg>
        <pc:spChg chg="del">
          <ac:chgData name="Christian Camilo Cano Vasquez" userId="8c73a2a4-758b-4e34-81ed-39462e48bd92" providerId="ADAL" clId="{83A706B2-AA95-4CDC-834C-F4D908C80230}" dt="2025-02-09T22:59:02.631" v="2" actId="478"/>
          <ac:spMkLst>
            <pc:docMk/>
            <pc:sldMk cId="730501311" sldId="290"/>
            <ac:spMk id="4" creationId="{AA9E72FF-B948-6B7A-8909-97C6BE95D6FB}"/>
          </ac:spMkLst>
        </pc:spChg>
        <pc:spChg chg="add mod">
          <ac:chgData name="Christian Camilo Cano Vasquez" userId="8c73a2a4-758b-4e34-81ed-39462e48bd92" providerId="ADAL" clId="{83A706B2-AA95-4CDC-834C-F4D908C80230}" dt="2025-02-09T23:00:11.400" v="3"/>
          <ac:spMkLst>
            <pc:docMk/>
            <pc:sldMk cId="730501311" sldId="290"/>
            <ac:spMk id="5" creationId="{E7488849-10A1-FB48-F511-E57B062CD7E2}"/>
          </ac:spMkLst>
        </pc:spChg>
        <pc:spChg chg="add mod">
          <ac:chgData name="Christian Camilo Cano Vasquez" userId="8c73a2a4-758b-4e34-81ed-39462e48bd92" providerId="ADAL" clId="{83A706B2-AA95-4CDC-834C-F4D908C80230}" dt="2025-02-09T23:00:11.400" v="3"/>
          <ac:spMkLst>
            <pc:docMk/>
            <pc:sldMk cId="730501311" sldId="290"/>
            <ac:spMk id="6" creationId="{68726DAB-1B5F-39D1-63A0-BB708EA6E17F}"/>
          </ac:spMkLst>
        </pc:spChg>
        <pc:spChg chg="add mod">
          <ac:chgData name="Christian Camilo Cano Vasquez" userId="8c73a2a4-758b-4e34-81ed-39462e48bd92" providerId="ADAL" clId="{83A706B2-AA95-4CDC-834C-F4D908C80230}" dt="2025-02-09T23:00:11.400" v="3"/>
          <ac:spMkLst>
            <pc:docMk/>
            <pc:sldMk cId="730501311" sldId="290"/>
            <ac:spMk id="7" creationId="{6D309BFB-98FD-0CBA-3C6A-346D8859893B}"/>
          </ac:spMkLst>
        </pc:spChg>
        <pc:spChg chg="add mod">
          <ac:chgData name="Christian Camilo Cano Vasquez" userId="8c73a2a4-758b-4e34-81ed-39462e48bd92" providerId="ADAL" clId="{83A706B2-AA95-4CDC-834C-F4D908C80230}" dt="2025-02-09T23:02:26.970" v="32" actId="20577"/>
          <ac:spMkLst>
            <pc:docMk/>
            <pc:sldMk cId="730501311" sldId="290"/>
            <ac:spMk id="8" creationId="{E9BD6C85-02F1-7B54-41E3-E3D9883786D8}"/>
          </ac:spMkLst>
        </pc:spChg>
        <pc:spChg chg="add mod">
          <ac:chgData name="Christian Camilo Cano Vasquez" userId="8c73a2a4-758b-4e34-81ed-39462e48bd92" providerId="ADAL" clId="{83A706B2-AA95-4CDC-834C-F4D908C80230}" dt="2025-02-09T23:02:32.780" v="33"/>
          <ac:spMkLst>
            <pc:docMk/>
            <pc:sldMk cId="730501311" sldId="290"/>
            <ac:spMk id="9" creationId="{7431A41C-EEB3-44D0-4622-A915E258C8F0}"/>
          </ac:spMkLst>
        </pc:spChg>
        <pc:spChg chg="mod">
          <ac:chgData name="Christian Camilo Cano Vasquez" userId="8c73a2a4-758b-4e34-81ed-39462e48bd92" providerId="ADAL" clId="{83A706B2-AA95-4CDC-834C-F4D908C80230}" dt="2025-02-09T23:24:42.493" v="173" actId="20577"/>
          <ac:spMkLst>
            <pc:docMk/>
            <pc:sldMk cId="730501311" sldId="290"/>
            <ac:spMk id="16" creationId="{471E1424-6C4B-2D9A-1352-30AFB987AD41}"/>
          </ac:spMkLst>
        </pc:spChg>
      </pc:sldChg>
      <pc:sldChg chg="addSp delSp modSp mod">
        <pc:chgData name="Christian Camilo Cano Vasquez" userId="8c73a2a4-758b-4e34-81ed-39462e48bd92" providerId="ADAL" clId="{83A706B2-AA95-4CDC-834C-F4D908C80230}" dt="2025-02-09T23:24:47.352" v="175" actId="20577"/>
        <pc:sldMkLst>
          <pc:docMk/>
          <pc:sldMk cId="3712356003" sldId="291"/>
        </pc:sldMkLst>
        <pc:spChg chg="mod">
          <ac:chgData name="Christian Camilo Cano Vasquez" userId="8c73a2a4-758b-4e34-81ed-39462e48bd92" providerId="ADAL" clId="{83A706B2-AA95-4CDC-834C-F4D908C80230}" dt="2025-02-09T23:15:16.003" v="106" actId="20577"/>
          <ac:spMkLst>
            <pc:docMk/>
            <pc:sldMk cId="3712356003" sldId="291"/>
            <ac:spMk id="2" creationId="{CA5F0FDF-2A95-453B-4ECA-AEB637FF2694}"/>
          </ac:spMkLst>
        </pc:spChg>
        <pc:spChg chg="add mod">
          <ac:chgData name="Christian Camilo Cano Vasquez" userId="8c73a2a4-758b-4e34-81ed-39462e48bd92" providerId="ADAL" clId="{83A706B2-AA95-4CDC-834C-F4D908C80230}" dt="2025-02-09T23:14:26.914" v="81" actId="1035"/>
          <ac:spMkLst>
            <pc:docMk/>
            <pc:sldMk cId="3712356003" sldId="291"/>
            <ac:spMk id="4" creationId="{FB4B77A0-B37C-3130-FB52-4E560C66946F}"/>
          </ac:spMkLst>
        </pc:spChg>
        <pc:spChg chg="add mod">
          <ac:chgData name="Christian Camilo Cano Vasquez" userId="8c73a2a4-758b-4e34-81ed-39462e48bd92" providerId="ADAL" clId="{83A706B2-AA95-4CDC-834C-F4D908C80230}" dt="2025-02-09T23:14:26.914" v="81" actId="1035"/>
          <ac:spMkLst>
            <pc:docMk/>
            <pc:sldMk cId="3712356003" sldId="291"/>
            <ac:spMk id="5" creationId="{DA7ECAA3-0876-C0FB-D7E5-448FCC5ED226}"/>
          </ac:spMkLst>
        </pc:spChg>
        <pc:spChg chg="del">
          <ac:chgData name="Christian Camilo Cano Vasquez" userId="8c73a2a4-758b-4e34-81ed-39462e48bd92" providerId="ADAL" clId="{83A706B2-AA95-4CDC-834C-F4D908C80230}" dt="2025-02-09T23:09:07.294" v="48" actId="478"/>
          <ac:spMkLst>
            <pc:docMk/>
            <pc:sldMk cId="3712356003" sldId="291"/>
            <ac:spMk id="7" creationId="{21F754A5-65BC-14A3-5F55-75716FFA9027}"/>
          </ac:spMkLst>
        </pc:spChg>
        <pc:spChg chg="del">
          <ac:chgData name="Christian Camilo Cano Vasquez" userId="8c73a2a4-758b-4e34-81ed-39462e48bd92" providerId="ADAL" clId="{83A706B2-AA95-4CDC-834C-F4D908C80230}" dt="2025-02-09T23:09:11.050" v="49" actId="478"/>
          <ac:spMkLst>
            <pc:docMk/>
            <pc:sldMk cId="3712356003" sldId="291"/>
            <ac:spMk id="8" creationId="{CD9C65D4-5494-F5CE-1094-CB0A32C33876}"/>
          </ac:spMkLst>
        </pc:spChg>
        <pc:spChg chg="add mod">
          <ac:chgData name="Christian Camilo Cano Vasquez" userId="8c73a2a4-758b-4e34-81ed-39462e48bd92" providerId="ADAL" clId="{83A706B2-AA95-4CDC-834C-F4D908C80230}" dt="2025-02-09T23:14:26.914" v="81" actId="1035"/>
          <ac:spMkLst>
            <pc:docMk/>
            <pc:sldMk cId="3712356003" sldId="291"/>
            <ac:spMk id="9" creationId="{C1467207-8D05-D4C6-EBD2-209F796AE977}"/>
          </ac:spMkLst>
        </pc:spChg>
        <pc:spChg chg="add mod">
          <ac:chgData name="Christian Camilo Cano Vasquez" userId="8c73a2a4-758b-4e34-81ed-39462e48bd92" providerId="ADAL" clId="{83A706B2-AA95-4CDC-834C-F4D908C80230}" dt="2025-02-09T23:14:26.914" v="81" actId="1035"/>
          <ac:spMkLst>
            <pc:docMk/>
            <pc:sldMk cId="3712356003" sldId="291"/>
            <ac:spMk id="10" creationId="{32E39C0C-95E1-ED90-891A-5D634D9DB76B}"/>
          </ac:spMkLst>
        </pc:spChg>
        <pc:spChg chg="mod">
          <ac:chgData name="Christian Camilo Cano Vasquez" userId="8c73a2a4-758b-4e34-81ed-39462e48bd92" providerId="ADAL" clId="{83A706B2-AA95-4CDC-834C-F4D908C80230}" dt="2025-02-09T23:24:47.352" v="175" actId="20577"/>
          <ac:spMkLst>
            <pc:docMk/>
            <pc:sldMk cId="3712356003" sldId="291"/>
            <ac:spMk id="16" creationId="{5431EA70-9578-8BF1-5A05-77CDC26788B4}"/>
          </ac:spMkLst>
        </pc:spChg>
        <pc:picChg chg="del">
          <ac:chgData name="Christian Camilo Cano Vasquez" userId="8c73a2a4-758b-4e34-81ed-39462e48bd92" providerId="ADAL" clId="{83A706B2-AA95-4CDC-834C-F4D908C80230}" dt="2025-02-09T23:08:10.270" v="47" actId="478"/>
          <ac:picMkLst>
            <pc:docMk/>
            <pc:sldMk cId="3712356003" sldId="291"/>
            <ac:picMk id="6" creationId="{380A8455-6386-C7D5-7BB6-B79D8D91F0EF}"/>
          </ac:picMkLst>
        </pc:picChg>
      </pc:sldChg>
      <pc:sldChg chg="addSp delSp modSp mod">
        <pc:chgData name="Christian Camilo Cano Vasquez" userId="8c73a2a4-758b-4e34-81ed-39462e48bd92" providerId="ADAL" clId="{83A706B2-AA95-4CDC-834C-F4D908C80230}" dt="2025-02-09T23:31:23.910" v="296" actId="20577"/>
        <pc:sldMkLst>
          <pc:docMk/>
          <pc:sldMk cId="2900117438" sldId="292"/>
        </pc:sldMkLst>
        <pc:spChg chg="mod">
          <ac:chgData name="Christian Camilo Cano Vasquez" userId="8c73a2a4-758b-4e34-81ed-39462e48bd92" providerId="ADAL" clId="{83A706B2-AA95-4CDC-834C-F4D908C80230}" dt="2025-02-09T23:31:23.910" v="296" actId="20577"/>
          <ac:spMkLst>
            <pc:docMk/>
            <pc:sldMk cId="2900117438" sldId="292"/>
            <ac:spMk id="2" creationId="{82A62DD6-5488-72A1-9926-0CAEE59089A9}"/>
          </ac:spMkLst>
        </pc:spChg>
        <pc:spChg chg="add mod">
          <ac:chgData name="Christian Camilo Cano Vasquez" userId="8c73a2a4-758b-4e34-81ed-39462e48bd92" providerId="ADAL" clId="{83A706B2-AA95-4CDC-834C-F4D908C80230}" dt="2025-02-09T23:30:25.991" v="253"/>
          <ac:spMkLst>
            <pc:docMk/>
            <pc:sldMk cId="2900117438" sldId="292"/>
            <ac:spMk id="4" creationId="{796EDE51-D41E-C23B-F402-2F7357DE8714}"/>
          </ac:spMkLst>
        </pc:spChg>
        <pc:spChg chg="add mod">
          <ac:chgData name="Christian Camilo Cano Vasquez" userId="8c73a2a4-758b-4e34-81ed-39462e48bd92" providerId="ADAL" clId="{83A706B2-AA95-4CDC-834C-F4D908C80230}" dt="2025-02-09T23:30:25.991" v="253"/>
          <ac:spMkLst>
            <pc:docMk/>
            <pc:sldMk cId="2900117438" sldId="292"/>
            <ac:spMk id="5" creationId="{5A3233C9-FE6F-52D8-4D87-224222BDA8E1}"/>
          </ac:spMkLst>
        </pc:spChg>
        <pc:spChg chg="add mod">
          <ac:chgData name="Christian Camilo Cano Vasquez" userId="8c73a2a4-758b-4e34-81ed-39462e48bd92" providerId="ADAL" clId="{83A706B2-AA95-4CDC-834C-F4D908C80230}" dt="2025-02-09T23:30:25.991" v="253"/>
          <ac:spMkLst>
            <pc:docMk/>
            <pc:sldMk cId="2900117438" sldId="292"/>
            <ac:spMk id="6" creationId="{0C016548-01A2-6E58-B80D-148384B98EB3}"/>
          </ac:spMkLst>
        </pc:spChg>
        <pc:spChg chg="del">
          <ac:chgData name="Christian Camilo Cano Vasquez" userId="8c73a2a4-758b-4e34-81ed-39462e48bd92" providerId="ADAL" clId="{83A706B2-AA95-4CDC-834C-F4D908C80230}" dt="2025-02-09T23:30:21.832" v="251" actId="478"/>
          <ac:spMkLst>
            <pc:docMk/>
            <pc:sldMk cId="2900117438" sldId="292"/>
            <ac:spMk id="7" creationId="{FBC7D187-267A-ADD4-764C-D3820B8ED302}"/>
          </ac:spMkLst>
        </pc:spChg>
        <pc:spChg chg="del">
          <ac:chgData name="Christian Camilo Cano Vasquez" userId="8c73a2a4-758b-4e34-81ed-39462e48bd92" providerId="ADAL" clId="{83A706B2-AA95-4CDC-834C-F4D908C80230}" dt="2025-02-09T23:30:25.360" v="252" actId="478"/>
          <ac:spMkLst>
            <pc:docMk/>
            <pc:sldMk cId="2900117438" sldId="292"/>
            <ac:spMk id="8" creationId="{1EF5BFDA-8EC1-8C73-A932-F36C4DB93C73}"/>
          </ac:spMkLst>
        </pc:spChg>
        <pc:spChg chg="add mod">
          <ac:chgData name="Christian Camilo Cano Vasquez" userId="8c73a2a4-758b-4e34-81ed-39462e48bd92" providerId="ADAL" clId="{83A706B2-AA95-4CDC-834C-F4D908C80230}" dt="2025-02-09T23:30:25.991" v="253"/>
          <ac:spMkLst>
            <pc:docMk/>
            <pc:sldMk cId="2900117438" sldId="292"/>
            <ac:spMk id="9" creationId="{075D03BE-0D6A-89E5-3C68-D7BD97B4676E}"/>
          </ac:spMkLst>
        </pc:spChg>
        <pc:spChg chg="add mod">
          <ac:chgData name="Christian Camilo Cano Vasquez" userId="8c73a2a4-758b-4e34-81ed-39462e48bd92" providerId="ADAL" clId="{83A706B2-AA95-4CDC-834C-F4D908C80230}" dt="2025-02-09T23:30:25.991" v="253"/>
          <ac:spMkLst>
            <pc:docMk/>
            <pc:sldMk cId="2900117438" sldId="292"/>
            <ac:spMk id="10" creationId="{AC01EDEE-71CC-C570-700B-076F03FCF7E1}"/>
          </ac:spMkLst>
        </pc:spChg>
        <pc:spChg chg="mod">
          <ac:chgData name="Christian Camilo Cano Vasquez" userId="8c73a2a4-758b-4e34-81ed-39462e48bd92" providerId="ADAL" clId="{83A706B2-AA95-4CDC-834C-F4D908C80230}" dt="2025-02-09T23:29:51.940" v="250" actId="20577"/>
          <ac:spMkLst>
            <pc:docMk/>
            <pc:sldMk cId="2900117438" sldId="292"/>
            <ac:spMk id="16" creationId="{6AA2E789-F7AE-F068-274C-E0F13A22DBCA}"/>
          </ac:spMkLst>
        </pc:spChg>
      </pc:sldChg>
      <pc:sldChg chg="del">
        <pc:chgData name="Christian Camilo Cano Vasquez" userId="8c73a2a4-758b-4e34-81ed-39462e48bd92" providerId="ADAL" clId="{83A706B2-AA95-4CDC-834C-F4D908C80230}" dt="2025-02-09T23:36:40.142" v="343" actId="47"/>
        <pc:sldMkLst>
          <pc:docMk/>
          <pc:sldMk cId="3660438245" sldId="293"/>
        </pc:sldMkLst>
      </pc:sldChg>
      <pc:sldChg chg="addSp delSp modSp mod">
        <pc:chgData name="Christian Camilo Cano Vasquez" userId="8c73a2a4-758b-4e34-81ed-39462e48bd92" providerId="ADAL" clId="{83A706B2-AA95-4CDC-834C-F4D908C80230}" dt="2025-02-09T23:43:58.113" v="517" actId="20577"/>
        <pc:sldMkLst>
          <pc:docMk/>
          <pc:sldMk cId="2815679427" sldId="294"/>
        </pc:sldMkLst>
        <pc:spChg chg="add del mod">
          <ac:chgData name="Christian Camilo Cano Vasquez" userId="8c73a2a4-758b-4e34-81ed-39462e48bd92" providerId="ADAL" clId="{83A706B2-AA95-4CDC-834C-F4D908C80230}" dt="2025-02-09T23:39:50.840" v="385" actId="20577"/>
          <ac:spMkLst>
            <pc:docMk/>
            <pc:sldMk cId="2815679427" sldId="294"/>
            <ac:spMk id="2" creationId="{B5029729-ADF3-3B30-4FF9-83BE1DB82BD7}"/>
          </ac:spMkLst>
        </pc:spChg>
        <pc:spChg chg="add mod">
          <ac:chgData name="Christian Camilo Cano Vasquez" userId="8c73a2a4-758b-4e34-81ed-39462e48bd92" providerId="ADAL" clId="{83A706B2-AA95-4CDC-834C-F4D908C80230}" dt="2025-02-09T23:38:32.744" v="355" actId="1076"/>
          <ac:spMkLst>
            <pc:docMk/>
            <pc:sldMk cId="2815679427" sldId="294"/>
            <ac:spMk id="4" creationId="{06A90612-6654-786D-6F6A-F4EA67014379}"/>
          </ac:spMkLst>
        </pc:spChg>
        <pc:spChg chg="add mod">
          <ac:chgData name="Christian Camilo Cano Vasquez" userId="8c73a2a4-758b-4e34-81ed-39462e48bd92" providerId="ADAL" clId="{83A706B2-AA95-4CDC-834C-F4D908C80230}" dt="2025-02-09T23:38:32.744" v="355" actId="1076"/>
          <ac:spMkLst>
            <pc:docMk/>
            <pc:sldMk cId="2815679427" sldId="294"/>
            <ac:spMk id="5" creationId="{5032AC03-DEF1-DAF0-236E-A42778A7A062}"/>
          </ac:spMkLst>
        </pc:spChg>
        <pc:spChg chg="add mod">
          <ac:chgData name="Christian Camilo Cano Vasquez" userId="8c73a2a4-758b-4e34-81ed-39462e48bd92" providerId="ADAL" clId="{83A706B2-AA95-4CDC-834C-F4D908C80230}" dt="2025-02-09T23:37:46.370" v="351"/>
          <ac:spMkLst>
            <pc:docMk/>
            <pc:sldMk cId="2815679427" sldId="294"/>
            <ac:spMk id="6" creationId="{3338A34B-BF11-73AC-D891-565FD218C2F6}"/>
          </ac:spMkLst>
        </pc:spChg>
        <pc:spChg chg="add del mod">
          <ac:chgData name="Christian Camilo Cano Vasquez" userId="8c73a2a4-758b-4e34-81ed-39462e48bd92" providerId="ADAL" clId="{83A706B2-AA95-4CDC-834C-F4D908C80230}" dt="2025-02-09T23:39:04.073" v="372" actId="1036"/>
          <ac:spMkLst>
            <pc:docMk/>
            <pc:sldMk cId="2815679427" sldId="294"/>
            <ac:spMk id="7" creationId="{98DE5FDA-4E91-E843-E84A-1467BFAA9986}"/>
          </ac:spMkLst>
        </pc:spChg>
        <pc:spChg chg="add del mod">
          <ac:chgData name="Christian Camilo Cano Vasquez" userId="8c73a2a4-758b-4e34-81ed-39462e48bd92" providerId="ADAL" clId="{83A706B2-AA95-4CDC-834C-F4D908C80230}" dt="2025-02-09T23:43:58.113" v="517" actId="20577"/>
          <ac:spMkLst>
            <pc:docMk/>
            <pc:sldMk cId="2815679427" sldId="294"/>
            <ac:spMk id="8" creationId="{0DA14DBA-172E-DA2C-0573-6A00BF18F4A5}"/>
          </ac:spMkLst>
        </pc:spChg>
        <pc:spChg chg="add mod">
          <ac:chgData name="Christian Camilo Cano Vasquez" userId="8c73a2a4-758b-4e34-81ed-39462e48bd92" providerId="ADAL" clId="{83A706B2-AA95-4CDC-834C-F4D908C80230}" dt="2025-02-09T23:38:32.744" v="355" actId="1076"/>
          <ac:spMkLst>
            <pc:docMk/>
            <pc:sldMk cId="2815679427" sldId="294"/>
            <ac:spMk id="9" creationId="{4D1551B0-A822-E426-5721-B1FC37702FCB}"/>
          </ac:spMkLst>
        </pc:spChg>
        <pc:spChg chg="add mod">
          <ac:chgData name="Christian Camilo Cano Vasquez" userId="8c73a2a4-758b-4e34-81ed-39462e48bd92" providerId="ADAL" clId="{83A706B2-AA95-4CDC-834C-F4D908C80230}" dt="2025-02-09T23:38:32.744" v="355" actId="1076"/>
          <ac:spMkLst>
            <pc:docMk/>
            <pc:sldMk cId="2815679427" sldId="294"/>
            <ac:spMk id="11" creationId="{EFED69C0-44A5-9995-03AC-A48118DEE677}"/>
          </ac:spMkLst>
        </pc:spChg>
        <pc:spChg chg="mod">
          <ac:chgData name="Christian Camilo Cano Vasquez" userId="8c73a2a4-758b-4e34-81ed-39462e48bd92" providerId="ADAL" clId="{83A706B2-AA95-4CDC-834C-F4D908C80230}" dt="2025-02-09T23:38:57.830" v="367" actId="20577"/>
          <ac:spMkLst>
            <pc:docMk/>
            <pc:sldMk cId="2815679427" sldId="294"/>
            <ac:spMk id="16" creationId="{2B8D44BF-A3B5-6BED-C39C-FA8260E83536}"/>
          </ac:spMkLst>
        </pc:spChg>
        <pc:picChg chg="add mod">
          <ac:chgData name="Christian Camilo Cano Vasquez" userId="8c73a2a4-758b-4e34-81ed-39462e48bd92" providerId="ADAL" clId="{83A706B2-AA95-4CDC-834C-F4D908C80230}" dt="2025-02-09T23:38:32.744" v="355" actId="1076"/>
          <ac:picMkLst>
            <pc:docMk/>
            <pc:sldMk cId="2815679427" sldId="294"/>
            <ac:picMk id="10" creationId="{EA7B2FC2-D98A-62A1-228C-2882147646FE}"/>
          </ac:picMkLst>
        </pc:picChg>
      </pc:sldChg>
      <pc:sldChg chg="addSp delSp modSp new mod">
        <pc:chgData name="Christian Camilo Cano Vasquez" userId="8c73a2a4-758b-4e34-81ed-39462e48bd92" providerId="ADAL" clId="{83A706B2-AA95-4CDC-834C-F4D908C80230}" dt="2025-02-09T23:17:54.551" v="115" actId="403"/>
        <pc:sldMkLst>
          <pc:docMk/>
          <pc:sldMk cId="1640019522" sldId="295"/>
        </pc:sldMkLst>
        <pc:spChg chg="del">
          <ac:chgData name="Christian Camilo Cano Vasquez" userId="8c73a2a4-758b-4e34-81ed-39462e48bd92" providerId="ADAL" clId="{83A706B2-AA95-4CDC-834C-F4D908C80230}" dt="2025-02-09T23:17:37.829" v="108" actId="478"/>
          <ac:spMkLst>
            <pc:docMk/>
            <pc:sldMk cId="1640019522" sldId="295"/>
            <ac:spMk id="2" creationId="{5D66A4B3-0EC3-435E-57A3-EB664561ABDB}"/>
          </ac:spMkLst>
        </pc:spChg>
        <pc:spChg chg="del">
          <ac:chgData name="Christian Camilo Cano Vasquez" userId="8c73a2a4-758b-4e34-81ed-39462e48bd92" providerId="ADAL" clId="{83A706B2-AA95-4CDC-834C-F4D908C80230}" dt="2025-02-09T23:17:45.590" v="109"/>
          <ac:spMkLst>
            <pc:docMk/>
            <pc:sldMk cId="1640019522" sldId="295"/>
            <ac:spMk id="3" creationId="{A7B12427-6892-E9F1-A7EF-25CEDC14529C}"/>
          </ac:spMkLst>
        </pc:spChg>
        <pc:spChg chg="add mod">
          <ac:chgData name="Christian Camilo Cano Vasquez" userId="8c73a2a4-758b-4e34-81ed-39462e48bd92" providerId="ADAL" clId="{83A706B2-AA95-4CDC-834C-F4D908C80230}" dt="2025-02-09T23:17:54.551" v="115" actId="403"/>
          <ac:spMkLst>
            <pc:docMk/>
            <pc:sldMk cId="1640019522" sldId="295"/>
            <ac:spMk id="6" creationId="{AF6692CA-D0D0-2BAF-E673-933E02AE2BB8}"/>
          </ac:spMkLst>
        </pc:spChg>
      </pc:sldChg>
      <pc:sldChg chg="modSp add mod">
        <pc:chgData name="Christian Camilo Cano Vasquez" userId="8c73a2a4-758b-4e34-81ed-39462e48bd92" providerId="ADAL" clId="{83A706B2-AA95-4CDC-834C-F4D908C80230}" dt="2025-02-09T23:18:46.605" v="158" actId="20577"/>
        <pc:sldMkLst>
          <pc:docMk/>
          <pc:sldMk cId="3873318961" sldId="296"/>
        </pc:sldMkLst>
        <pc:spChg chg="mod">
          <ac:chgData name="Christian Camilo Cano Vasquez" userId="8c73a2a4-758b-4e34-81ed-39462e48bd92" providerId="ADAL" clId="{83A706B2-AA95-4CDC-834C-F4D908C80230}" dt="2025-02-09T23:18:46.605" v="158" actId="20577"/>
          <ac:spMkLst>
            <pc:docMk/>
            <pc:sldMk cId="3873318961" sldId="296"/>
            <ac:spMk id="6" creationId="{8111062F-F9A0-241E-6CCB-6E8BE4D8C60A}"/>
          </ac:spMkLst>
        </pc:spChg>
      </pc:sldChg>
      <pc:sldChg chg="modSp add mod">
        <pc:chgData name="Christian Camilo Cano Vasquez" userId="8c73a2a4-758b-4e34-81ed-39462e48bd92" providerId="ADAL" clId="{83A706B2-AA95-4CDC-834C-F4D908C80230}" dt="2025-02-10T11:46:25.185" v="655" actId="20577"/>
        <pc:sldMkLst>
          <pc:docMk/>
          <pc:sldMk cId="3454032079" sldId="297"/>
        </pc:sldMkLst>
        <pc:spChg chg="mod">
          <ac:chgData name="Christian Camilo Cano Vasquez" userId="8c73a2a4-758b-4e34-81ed-39462e48bd92" providerId="ADAL" clId="{83A706B2-AA95-4CDC-834C-F4D908C80230}" dt="2025-02-09T23:26:45.534" v="237" actId="20577"/>
          <ac:spMkLst>
            <pc:docMk/>
            <pc:sldMk cId="3454032079" sldId="297"/>
            <ac:spMk id="2" creationId="{181326FD-308E-2C47-D5D2-57B3357241AA}"/>
          </ac:spMkLst>
        </pc:spChg>
        <pc:spChg chg="mod">
          <ac:chgData name="Christian Camilo Cano Vasquez" userId="8c73a2a4-758b-4e34-81ed-39462e48bd92" providerId="ADAL" clId="{83A706B2-AA95-4CDC-834C-F4D908C80230}" dt="2025-02-09T23:26:13.591" v="226" actId="20577"/>
          <ac:spMkLst>
            <pc:docMk/>
            <pc:sldMk cId="3454032079" sldId="297"/>
            <ac:spMk id="8" creationId="{B08C2240-8810-4E0A-7DCF-E62A8271EA2E}"/>
          </ac:spMkLst>
        </pc:spChg>
        <pc:spChg chg="mod">
          <ac:chgData name="Christian Camilo Cano Vasquez" userId="8c73a2a4-758b-4e34-81ed-39462e48bd92" providerId="ADAL" clId="{83A706B2-AA95-4CDC-834C-F4D908C80230}" dt="2025-02-09T23:26:17.294" v="229" actId="20577"/>
          <ac:spMkLst>
            <pc:docMk/>
            <pc:sldMk cId="3454032079" sldId="297"/>
            <ac:spMk id="9" creationId="{BBDDC809-0F06-CBE2-4D1A-3A2FA36C33A8}"/>
          </ac:spMkLst>
        </pc:spChg>
        <pc:spChg chg="mod">
          <ac:chgData name="Christian Camilo Cano Vasquez" userId="8c73a2a4-758b-4e34-81ed-39462e48bd92" providerId="ADAL" clId="{83A706B2-AA95-4CDC-834C-F4D908C80230}" dt="2025-02-10T11:46:25.185" v="655" actId="20577"/>
          <ac:spMkLst>
            <pc:docMk/>
            <pc:sldMk cId="3454032079" sldId="297"/>
            <ac:spMk id="16" creationId="{5AC39480-E3E5-69B1-401F-A50C45531EF2}"/>
          </ac:spMkLst>
        </pc:spChg>
      </pc:sldChg>
      <pc:sldChg chg="modSp add mod">
        <pc:chgData name="Christian Camilo Cano Vasquez" userId="8c73a2a4-758b-4e34-81ed-39462e48bd92" providerId="ADAL" clId="{83A706B2-AA95-4CDC-834C-F4D908C80230}" dt="2025-02-09T23:36:30.584" v="342" actId="20577"/>
        <pc:sldMkLst>
          <pc:docMk/>
          <pc:sldMk cId="2103719889" sldId="298"/>
        </pc:sldMkLst>
        <pc:spChg chg="mod">
          <ac:chgData name="Christian Camilo Cano Vasquez" userId="8c73a2a4-758b-4e34-81ed-39462e48bd92" providerId="ADAL" clId="{83A706B2-AA95-4CDC-834C-F4D908C80230}" dt="2025-02-09T23:36:30.584" v="342" actId="20577"/>
          <ac:spMkLst>
            <pc:docMk/>
            <pc:sldMk cId="2103719889" sldId="298"/>
            <ac:spMk id="2" creationId="{8D88CB07-C5F5-9BB7-9F41-E171F0F0E2B9}"/>
          </ac:spMkLst>
        </pc:spChg>
        <pc:spChg chg="mod">
          <ac:chgData name="Christian Camilo Cano Vasquez" userId="8c73a2a4-758b-4e34-81ed-39462e48bd92" providerId="ADAL" clId="{83A706B2-AA95-4CDC-834C-F4D908C80230}" dt="2025-02-09T23:35:30.421" v="324" actId="20577"/>
          <ac:spMkLst>
            <pc:docMk/>
            <pc:sldMk cId="2103719889" sldId="298"/>
            <ac:spMk id="9" creationId="{2BDFECD2-156D-6697-CFBF-8CD783F9B986}"/>
          </ac:spMkLst>
        </pc:spChg>
        <pc:spChg chg="mod">
          <ac:chgData name="Christian Camilo Cano Vasquez" userId="8c73a2a4-758b-4e34-81ed-39462e48bd92" providerId="ADAL" clId="{83A706B2-AA95-4CDC-834C-F4D908C80230}" dt="2025-02-09T23:35:34.437" v="331" actId="20577"/>
          <ac:spMkLst>
            <pc:docMk/>
            <pc:sldMk cId="2103719889" sldId="298"/>
            <ac:spMk id="10" creationId="{3BFC64CA-DE35-A528-CF09-36A26DB3DEE4}"/>
          </ac:spMkLst>
        </pc:spChg>
        <pc:spChg chg="mod">
          <ac:chgData name="Christian Camilo Cano Vasquez" userId="8c73a2a4-758b-4e34-81ed-39462e48bd92" providerId="ADAL" clId="{83A706B2-AA95-4CDC-834C-F4D908C80230}" dt="2025-02-09T23:35:16.010" v="319" actId="20577"/>
          <ac:spMkLst>
            <pc:docMk/>
            <pc:sldMk cId="2103719889" sldId="298"/>
            <ac:spMk id="16" creationId="{53FFBD12-4EFF-41C1-4765-2AD268B2BD94}"/>
          </ac:spMkLst>
        </pc:spChg>
      </pc:sldChg>
      <pc:sldChg chg="modSp add mod">
        <pc:chgData name="Christian Camilo Cano Vasquez" userId="8c73a2a4-758b-4e34-81ed-39462e48bd92" providerId="ADAL" clId="{83A706B2-AA95-4CDC-834C-F4D908C80230}" dt="2025-02-09T23:43:30.035" v="490" actId="20577"/>
        <pc:sldMkLst>
          <pc:docMk/>
          <pc:sldMk cId="2685215753" sldId="299"/>
        </pc:sldMkLst>
        <pc:spChg chg="mod">
          <ac:chgData name="Christian Camilo Cano Vasquez" userId="8c73a2a4-758b-4e34-81ed-39462e48bd92" providerId="ADAL" clId="{83A706B2-AA95-4CDC-834C-F4D908C80230}" dt="2025-02-09T23:43:30.035" v="490" actId="20577"/>
          <ac:spMkLst>
            <pc:docMk/>
            <pc:sldMk cId="2685215753" sldId="299"/>
            <ac:spMk id="2" creationId="{43D7D9E5-DAC3-2BB8-7377-826863CBAD4E}"/>
          </ac:spMkLst>
        </pc:spChg>
        <pc:spChg chg="mod">
          <ac:chgData name="Christian Camilo Cano Vasquez" userId="8c73a2a4-758b-4e34-81ed-39462e48bd92" providerId="ADAL" clId="{83A706B2-AA95-4CDC-834C-F4D908C80230}" dt="2025-02-09T23:43:03.787" v="468" actId="1076"/>
          <ac:spMkLst>
            <pc:docMk/>
            <pc:sldMk cId="2685215753" sldId="299"/>
            <ac:spMk id="8" creationId="{643565A9-7DB6-D6EE-152F-2852C8BA7986}"/>
          </ac:spMkLst>
        </pc:spChg>
        <pc:spChg chg="mod">
          <ac:chgData name="Christian Camilo Cano Vasquez" userId="8c73a2a4-758b-4e34-81ed-39462e48bd92" providerId="ADAL" clId="{83A706B2-AA95-4CDC-834C-F4D908C80230}" dt="2025-02-09T23:43:18.188" v="482" actId="20577"/>
          <ac:spMkLst>
            <pc:docMk/>
            <pc:sldMk cId="2685215753" sldId="299"/>
            <ac:spMk id="16" creationId="{C096193E-AB86-E3CD-BDAC-0F9156C1A3F0}"/>
          </ac:spMkLst>
        </pc:spChg>
      </pc:sldChg>
      <pc:sldChg chg="modSp add mod">
        <pc:chgData name="Christian Camilo Cano Vasquez" userId="8c73a2a4-758b-4e34-81ed-39462e48bd92" providerId="ADAL" clId="{83A706B2-AA95-4CDC-834C-F4D908C80230}" dt="2025-02-09T23:48:20.230" v="543" actId="20577"/>
        <pc:sldMkLst>
          <pc:docMk/>
          <pc:sldMk cId="1023731220" sldId="300"/>
        </pc:sldMkLst>
        <pc:spChg chg="mod">
          <ac:chgData name="Christian Camilo Cano Vasquez" userId="8c73a2a4-758b-4e34-81ed-39462e48bd92" providerId="ADAL" clId="{83A706B2-AA95-4CDC-834C-F4D908C80230}" dt="2025-02-09T23:45:57.548" v="541" actId="20577"/>
          <ac:spMkLst>
            <pc:docMk/>
            <pc:sldMk cId="1023731220" sldId="300"/>
            <ac:spMk id="8" creationId="{B0CFB20A-64F3-A296-71E8-F4FA17D35314}"/>
          </ac:spMkLst>
        </pc:spChg>
        <pc:spChg chg="mod">
          <ac:chgData name="Christian Camilo Cano Vasquez" userId="8c73a2a4-758b-4e34-81ed-39462e48bd92" providerId="ADAL" clId="{83A706B2-AA95-4CDC-834C-F4D908C80230}" dt="2025-02-09T23:48:20.230" v="543" actId="20577"/>
          <ac:spMkLst>
            <pc:docMk/>
            <pc:sldMk cId="1023731220" sldId="300"/>
            <ac:spMk id="16" creationId="{E1662E38-DE72-ADF3-A38E-08ED40DCC2AD}"/>
          </ac:spMkLst>
        </pc:spChg>
      </pc:sldChg>
      <pc:sldChg chg="modSp add mod">
        <pc:chgData name="Christian Camilo Cano Vasquez" userId="8c73a2a4-758b-4e34-81ed-39462e48bd92" providerId="ADAL" clId="{83A706B2-AA95-4CDC-834C-F4D908C80230}" dt="2025-02-10T08:28:14.084" v="652" actId="20577"/>
        <pc:sldMkLst>
          <pc:docMk/>
          <pc:sldMk cId="699864314" sldId="301"/>
        </pc:sldMkLst>
        <pc:spChg chg="mod">
          <ac:chgData name="Christian Camilo Cano Vasquez" userId="8c73a2a4-758b-4e34-81ed-39462e48bd92" providerId="ADAL" clId="{83A706B2-AA95-4CDC-834C-F4D908C80230}" dt="2025-02-09T23:49:32.025" v="650" actId="20577"/>
          <ac:spMkLst>
            <pc:docMk/>
            <pc:sldMk cId="699864314" sldId="301"/>
            <ac:spMk id="2" creationId="{42D73A2E-0E5A-8A39-6B70-F9E94D6DBB70}"/>
          </ac:spMkLst>
        </pc:spChg>
        <pc:spChg chg="mod">
          <ac:chgData name="Christian Camilo Cano Vasquez" userId="8c73a2a4-758b-4e34-81ed-39462e48bd92" providerId="ADAL" clId="{83A706B2-AA95-4CDC-834C-F4D908C80230}" dt="2025-02-10T08:28:14.084" v="652" actId="20577"/>
          <ac:spMkLst>
            <pc:docMk/>
            <pc:sldMk cId="699864314" sldId="301"/>
            <ac:spMk id="16" creationId="{1E256546-3103-104D-A87F-78AEBE5D595E}"/>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10/03/2026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10/03/2026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5</a:t>
            </a:fld>
            <a:endParaRPr lang="es-ES"/>
          </a:p>
        </p:txBody>
      </p:sp>
    </p:spTree>
    <p:extLst>
      <p:ext uri="{BB962C8B-B14F-4D97-AF65-F5344CB8AC3E}">
        <p14:creationId xmlns:p14="http://schemas.microsoft.com/office/powerpoint/2010/main" val="41160790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7</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12144-FCBE-6A8A-A0AE-4B9D57DA8E1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8B7E8D5-CF3D-FB31-A479-FE9B4678B44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E98ECD-779C-B147-FA65-387301E8BDD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4D029A2-BBAC-779C-5358-BB9C7A2A122B}"/>
              </a:ext>
            </a:extLst>
          </p:cNvPr>
          <p:cNvSpPr>
            <a:spLocks noGrp="1"/>
          </p:cNvSpPr>
          <p:nvPr>
            <p:ph type="sldNum" sz="quarter" idx="5"/>
          </p:nvPr>
        </p:nvSpPr>
        <p:spPr/>
        <p:txBody>
          <a:bodyPr/>
          <a:lstStyle/>
          <a:p>
            <a:fld id="{676223B9-C868-4436-87D9-1A3152E1157A}" type="slidenum">
              <a:rPr lang="es-ES" smtClean="0"/>
              <a:t>9</a:t>
            </a:fld>
            <a:endParaRPr lang="es-ES"/>
          </a:p>
        </p:txBody>
      </p:sp>
    </p:spTree>
    <p:extLst>
      <p:ext uri="{BB962C8B-B14F-4D97-AF65-F5344CB8AC3E}">
        <p14:creationId xmlns:p14="http://schemas.microsoft.com/office/powerpoint/2010/main" val="36645198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6B1C6-3682-4180-87C4-06A6C4E8012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AAE3208-A690-FD1F-E94C-D310F334A7E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8F7B85C-6C72-3DDD-289B-E766AA64E93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B91AFB1E-8F28-1193-6909-CAB4A27B11F0}"/>
              </a:ext>
            </a:extLst>
          </p:cNvPr>
          <p:cNvSpPr>
            <a:spLocks noGrp="1"/>
          </p:cNvSpPr>
          <p:nvPr>
            <p:ph type="sldNum" sz="quarter" idx="5"/>
          </p:nvPr>
        </p:nvSpPr>
        <p:spPr/>
        <p:txBody>
          <a:bodyPr/>
          <a:lstStyle/>
          <a:p>
            <a:fld id="{676223B9-C868-4436-87D9-1A3152E1157A}" type="slidenum">
              <a:rPr lang="es-ES" smtClean="0"/>
              <a:t>10</a:t>
            </a:fld>
            <a:endParaRPr lang="es-ES"/>
          </a:p>
        </p:txBody>
      </p:sp>
    </p:spTree>
    <p:extLst>
      <p:ext uri="{BB962C8B-B14F-4D97-AF65-F5344CB8AC3E}">
        <p14:creationId xmlns:p14="http://schemas.microsoft.com/office/powerpoint/2010/main" val="28351709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0BA22-DBA9-14F1-E21B-ACB4C6B7F32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316E6B2-214F-F40F-258D-FF87081027D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DB75D3B-42C9-35E9-99BA-0268BA71467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1A531B01-1E40-9F79-3CC8-FA6E8156BAFE}"/>
              </a:ext>
            </a:extLst>
          </p:cNvPr>
          <p:cNvSpPr>
            <a:spLocks noGrp="1"/>
          </p:cNvSpPr>
          <p:nvPr>
            <p:ph type="sldNum" sz="quarter" idx="5"/>
          </p:nvPr>
        </p:nvSpPr>
        <p:spPr/>
        <p:txBody>
          <a:bodyPr/>
          <a:lstStyle/>
          <a:p>
            <a:fld id="{676223B9-C868-4436-87D9-1A3152E1157A}" type="slidenum">
              <a:rPr lang="es-ES" smtClean="0"/>
              <a:t>11</a:t>
            </a:fld>
            <a:endParaRPr lang="es-ES"/>
          </a:p>
        </p:txBody>
      </p:sp>
    </p:spTree>
    <p:extLst>
      <p:ext uri="{BB962C8B-B14F-4D97-AF65-F5344CB8AC3E}">
        <p14:creationId xmlns:p14="http://schemas.microsoft.com/office/powerpoint/2010/main" val="7149530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18B0B-1527-F1CE-B7C6-3A4EEEE44FB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D26890C-BFDE-EB57-C86A-5199A0D9621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EEF1C62-7FB2-EC14-4109-CC2B3204CEB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388CFB6A-4B50-8F81-53B5-44C94D279BC8}"/>
              </a:ext>
            </a:extLst>
          </p:cNvPr>
          <p:cNvSpPr>
            <a:spLocks noGrp="1"/>
          </p:cNvSpPr>
          <p:nvPr>
            <p:ph type="sldNum" sz="quarter" idx="5"/>
          </p:nvPr>
        </p:nvSpPr>
        <p:spPr/>
        <p:txBody>
          <a:bodyPr/>
          <a:lstStyle/>
          <a:p>
            <a:fld id="{676223B9-C868-4436-87D9-1A3152E1157A}" type="slidenum">
              <a:rPr lang="es-ES" smtClean="0"/>
              <a:t>12</a:t>
            </a:fld>
            <a:endParaRPr lang="es-ES"/>
          </a:p>
        </p:txBody>
      </p:sp>
    </p:spTree>
    <p:extLst>
      <p:ext uri="{BB962C8B-B14F-4D97-AF65-F5344CB8AC3E}">
        <p14:creationId xmlns:p14="http://schemas.microsoft.com/office/powerpoint/2010/main" val="9155608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18B0B-1527-F1CE-B7C6-3A4EEEE44FB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D26890C-BFDE-EB57-C86A-5199A0D9621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EEF1C62-7FB2-EC14-4109-CC2B3204CEB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388CFB6A-4B50-8F81-53B5-44C94D279BC8}"/>
              </a:ext>
            </a:extLst>
          </p:cNvPr>
          <p:cNvSpPr>
            <a:spLocks noGrp="1"/>
          </p:cNvSpPr>
          <p:nvPr>
            <p:ph type="sldNum" sz="quarter" idx="5"/>
          </p:nvPr>
        </p:nvSpPr>
        <p:spPr/>
        <p:txBody>
          <a:bodyPr/>
          <a:lstStyle/>
          <a:p>
            <a:fld id="{676223B9-C868-4436-87D9-1A3152E1157A}" type="slidenum">
              <a:rPr lang="es-ES" smtClean="0"/>
              <a:t>13</a:t>
            </a:fld>
            <a:endParaRPr lang="es-ES"/>
          </a:p>
        </p:txBody>
      </p:sp>
    </p:spTree>
    <p:extLst>
      <p:ext uri="{BB962C8B-B14F-4D97-AF65-F5344CB8AC3E}">
        <p14:creationId xmlns:p14="http://schemas.microsoft.com/office/powerpoint/2010/main" val="25345300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18B0B-1527-F1CE-B7C6-3A4EEEE44FB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D26890C-BFDE-EB57-C86A-5199A0D9621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EEF1C62-7FB2-EC14-4109-CC2B3204CEB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388CFB6A-4B50-8F81-53B5-44C94D279BC8}"/>
              </a:ext>
            </a:extLst>
          </p:cNvPr>
          <p:cNvSpPr>
            <a:spLocks noGrp="1"/>
          </p:cNvSpPr>
          <p:nvPr>
            <p:ph type="sldNum" sz="quarter" idx="5"/>
          </p:nvPr>
        </p:nvSpPr>
        <p:spPr/>
        <p:txBody>
          <a:bodyPr/>
          <a:lstStyle/>
          <a:p>
            <a:fld id="{676223B9-C868-4436-87D9-1A3152E1157A}" type="slidenum">
              <a:rPr lang="es-ES" smtClean="0"/>
              <a:t>14</a:t>
            </a:fld>
            <a:endParaRPr lang="es-ES"/>
          </a:p>
        </p:txBody>
      </p:sp>
    </p:spTree>
    <p:extLst>
      <p:ext uri="{BB962C8B-B14F-4D97-AF65-F5344CB8AC3E}">
        <p14:creationId xmlns:p14="http://schemas.microsoft.com/office/powerpoint/2010/main" val="17403998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9112F-7FB7-4F49-F4F6-C1D0DC6ADBE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190F532-536D-B583-3561-FD0C56234D4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C233B1A-142E-BC7B-FE19-6D22CE4082B2}"/>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685087E6-8FC6-B2E3-2D74-B3C5168F5568}"/>
              </a:ext>
            </a:extLst>
          </p:cNvPr>
          <p:cNvSpPr>
            <a:spLocks noGrp="1"/>
          </p:cNvSpPr>
          <p:nvPr>
            <p:ph type="sldNum" sz="quarter" idx="5"/>
          </p:nvPr>
        </p:nvSpPr>
        <p:spPr/>
        <p:txBody>
          <a:bodyPr/>
          <a:lstStyle/>
          <a:p>
            <a:fld id="{676223B9-C868-4436-87D9-1A3152E1157A}" type="slidenum">
              <a:rPr lang="es-ES" smtClean="0"/>
              <a:t>15</a:t>
            </a:fld>
            <a:endParaRPr lang="es-ES"/>
          </a:p>
        </p:txBody>
      </p:sp>
    </p:spTree>
    <p:extLst>
      <p:ext uri="{BB962C8B-B14F-4D97-AF65-F5344CB8AC3E}">
        <p14:creationId xmlns:p14="http://schemas.microsoft.com/office/powerpoint/2010/main" val="15818590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16</a:t>
            </a:fld>
            <a:endParaRPr lang="es-ES"/>
          </a:p>
        </p:txBody>
      </p:sp>
    </p:spTree>
    <p:extLst>
      <p:ext uri="{BB962C8B-B14F-4D97-AF65-F5344CB8AC3E}">
        <p14:creationId xmlns:p14="http://schemas.microsoft.com/office/powerpoint/2010/main" val="9422329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17</a:t>
            </a:fld>
            <a:endParaRPr lang="es-ES"/>
          </a:p>
        </p:txBody>
      </p:sp>
    </p:spTree>
    <p:extLst>
      <p:ext uri="{BB962C8B-B14F-4D97-AF65-F5344CB8AC3E}">
        <p14:creationId xmlns:p14="http://schemas.microsoft.com/office/powerpoint/2010/main" val="29059530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3BE0A-4FED-FF2A-A29F-A3D3BA9386A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78D4508-C900-33E0-69A9-12D9A5EC8BE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3678FD2-F52A-F464-A6DC-9AE4044DCA6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6FF2B29-AFFB-903E-D5AD-4E4E99BA5701}"/>
              </a:ext>
            </a:extLst>
          </p:cNvPr>
          <p:cNvSpPr>
            <a:spLocks noGrp="1"/>
          </p:cNvSpPr>
          <p:nvPr>
            <p:ph type="sldNum" sz="quarter" idx="5"/>
          </p:nvPr>
        </p:nvSpPr>
        <p:spPr/>
        <p:txBody>
          <a:bodyPr/>
          <a:lstStyle/>
          <a:p>
            <a:fld id="{676223B9-C868-4436-87D9-1A3152E1157A}" type="slidenum">
              <a:rPr lang="es-ES" smtClean="0"/>
              <a:t>18</a:t>
            </a:fld>
            <a:endParaRPr lang="es-ES"/>
          </a:p>
        </p:txBody>
      </p:sp>
    </p:spTree>
    <p:extLst>
      <p:ext uri="{BB962C8B-B14F-4D97-AF65-F5344CB8AC3E}">
        <p14:creationId xmlns:p14="http://schemas.microsoft.com/office/powerpoint/2010/main" val="10832986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2.0. COUPLERS</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3" Type="http://schemas.openxmlformats.org/officeDocument/2006/relationships/image" Target="../media/image3.pn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5" Type="http://schemas.openxmlformats.org/officeDocument/2006/relationships/image" Target="../media/image19.png"/><Relationship Id="rId10" Type="http://schemas.openxmlformats.org/officeDocument/2006/relationships/image" Target="../media/image14.png"/><Relationship Id="rId4" Type="http://schemas.openxmlformats.org/officeDocument/2006/relationships/image" Target="../media/image4.svg"/><Relationship Id="rId9" Type="http://schemas.openxmlformats.org/officeDocument/2006/relationships/image" Target="../media/image13.png"/><Relationship Id="rId14" Type="http://schemas.openxmlformats.org/officeDocument/2006/relationships/image" Target="../media/image18.png"/></Relationships>
</file>

<file path=ppt/slides/_rels/slide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20.png"/><Relationship Id="rId5" Type="http://schemas.openxmlformats.org/officeDocument/2006/relationships/image" Target="../media/image110.png"/><Relationship Id="rId4" Type="http://schemas.openxmlformats.org/officeDocument/2006/relationships/image" Target="../media/image4.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4.sv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4.sv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4.sv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4.sv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4.sv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4.sv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70.png"/><Relationship Id="rId4" Type="http://schemas.openxmlformats.org/officeDocument/2006/relationships/image" Target="../media/image4.sv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00.png"/><Relationship Id="rId5" Type="http://schemas.openxmlformats.org/officeDocument/2006/relationships/image" Target="../media/image90.png"/><Relationship Id="rId4" Type="http://schemas.openxmlformats.org/officeDocument/2006/relationships/image" Target="../media/image4.sv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70.png"/><Relationship Id="rId4" Type="http://schemas.openxmlformats.org/officeDocument/2006/relationships/image" Target="../media/image4.sv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40.png"/><Relationship Id="rId5" Type="http://schemas.openxmlformats.org/officeDocument/2006/relationships/image" Target="../media/image130.png"/><Relationship Id="rId4" Type="http://schemas.openxmlformats.org/officeDocument/2006/relationships/image" Target="../media/image4.svg"/></Relationships>
</file>

<file path=ppt/slides/_rels/slide1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6106795" cy="513715"/>
          </a:xfrm>
          <a:prstGeom prst="rect">
            <a:avLst/>
          </a:prstGeom>
        </p:spPr>
        <p:txBody>
          <a:bodyPr vert="horz" wrap="square" lIns="0" tIns="12700" rIns="0" bIns="0" rtlCol="0">
            <a:spAutoFit/>
          </a:bodyPr>
          <a:lstStyle/>
          <a:p>
            <a:pPr marL="12700">
              <a:lnSpc>
                <a:spcPct val="100000"/>
              </a:lnSpc>
              <a:spcBef>
                <a:spcPts val="100"/>
              </a:spcBef>
            </a:pPr>
            <a:r>
              <a:rPr lang="es-ES" sz="3200" b="1" dirty="0" err="1">
                <a:latin typeface="Lucida Sans"/>
                <a:cs typeface="Lucida Sans"/>
              </a:rPr>
              <a:t>Lab</a:t>
            </a:r>
            <a:r>
              <a:rPr lang="es-ES" sz="3200" b="1" dirty="0">
                <a:latin typeface="Lucida Sans"/>
                <a:cs typeface="Lucida Sans"/>
              </a:rPr>
              <a:t> Book 2.0. </a:t>
            </a:r>
            <a:r>
              <a:rPr lang="es-ES" sz="3200" b="1" dirty="0" err="1">
                <a:latin typeface="Lucida Sans"/>
                <a:cs typeface="Lucida Sans"/>
              </a:rPr>
              <a:t>Couplers</a:t>
            </a:r>
            <a:endParaRPr sz="320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dirty="0" err="1">
                <a:latin typeface="Arial"/>
                <a:cs typeface="Arial"/>
              </a:rPr>
              <a:t>Student:Nadia</a:t>
            </a:r>
            <a:r>
              <a:rPr lang="es-ES" spc="165" dirty="0">
                <a:latin typeface="Arial"/>
                <a:cs typeface="Arial"/>
              </a:rPr>
              <a:t> Martí García </a:t>
            </a: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Fork the repo: https://github.com/cccanvas-upv/pic-upv-lab2.git</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Clone the repo using </a:t>
            </a:r>
            <a:r>
              <a:rPr lang="en-US" kern="0" dirty="0" err="1">
                <a:solidFill>
                  <a:sysClr val="windowText" lastClr="000000"/>
                </a:solidFill>
                <a:sym typeface="Wingdings" pitchFamily="2" charset="2"/>
              </a:rPr>
              <a:t>VSCode</a:t>
            </a:r>
            <a:endParaRPr lang="en-US" kern="0" dirty="0">
              <a:solidFill>
                <a:sysClr val="windowText" lastClr="000000"/>
              </a:solidFill>
              <a:sym typeface="Wingdings" pitchFamily="2" charset="2"/>
            </a:endParaRPr>
          </a:p>
          <a:p>
            <a:pPr marL="342900" indent="-342900" algn="just">
              <a:buFont typeface="Arial" panose="020B0604020202020204" pitchFamily="34" charset="0"/>
              <a:buChar char="•"/>
            </a:pPr>
            <a:r>
              <a:rPr lang="en-US" kern="0" dirty="0">
                <a:solidFill>
                  <a:sysClr val="windowText" lastClr="000000"/>
                </a:solidFill>
              </a:rPr>
              <a:t>Run the </a:t>
            </a:r>
            <a:r>
              <a:rPr lang="en-US" kern="0" dirty="0" err="1">
                <a:solidFill>
                  <a:sysClr val="windowText" lastClr="000000"/>
                </a:solidFill>
              </a:rPr>
              <a:t>Jupyter</a:t>
            </a:r>
            <a:r>
              <a:rPr lang="en-US" kern="0" dirty="0">
                <a:solidFill>
                  <a:sysClr val="windowText" lastClr="000000"/>
                </a:solidFill>
              </a:rPr>
              <a:t> Notebook: </a:t>
            </a:r>
          </a:p>
          <a:p>
            <a:pPr marL="800100" lvl="1" indent="-342900" algn="just">
              <a:buFont typeface="Arial" panose="020B0604020202020204" pitchFamily="34" charset="0"/>
              <a:buChar char="•"/>
            </a:pPr>
            <a:r>
              <a:rPr lang="en-US" kern="0" dirty="0" err="1">
                <a:solidFill>
                  <a:sysClr val="windowText" lastClr="000000"/>
                </a:solidFill>
              </a:rPr>
              <a:t>COUPLERS_Student.ipynb</a:t>
            </a:r>
            <a:r>
              <a:rPr lang="en-US" kern="0" dirty="0">
                <a:solidFill>
                  <a:sysClr val="windowText" lastClr="000000"/>
                </a:solidFill>
              </a:rPr>
              <a:t> </a:t>
            </a:r>
          </a:p>
          <a:p>
            <a:pPr algn="just"/>
            <a:endParaRPr lang="en-US" b="1" i="1" dirty="0"/>
          </a:p>
          <a:p>
            <a:pPr algn="just"/>
            <a:r>
              <a:rPr lang="en-US" b="1" i="1" dirty="0"/>
              <a:t>Cross-Sections </a:t>
            </a:r>
            <a:r>
              <a:rPr lang="en-US" i="1" dirty="0"/>
              <a:t>to be studied:</a:t>
            </a:r>
            <a:endParaRPr lang="en-US" b="1" i="1" dirty="0"/>
          </a:p>
          <a:p>
            <a:pPr algn="just"/>
            <a:endParaRPr lang="en-US" sz="2000" b="1" i="1" dirty="0"/>
          </a:p>
          <a:p>
            <a:pPr algn="just"/>
            <a:endParaRPr lang="en-US" sz="2000" kern="0" dirty="0">
              <a:solidFill>
                <a:sysClr val="windowText" lastClr="000000"/>
              </a:solidFill>
            </a:endParaRPr>
          </a:p>
        </p:txBody>
      </p:sp>
      <p:sp>
        <p:nvSpPr>
          <p:cNvPr id="96" name="object 7">
            <a:extLst>
              <a:ext uri="{FF2B5EF4-FFF2-40B4-BE49-F238E27FC236}">
                <a16:creationId xmlns:a16="http://schemas.microsoft.com/office/drawing/2014/main" id="{BB459788-0671-D4BA-B6DB-A3544D24EA92}"/>
              </a:ext>
            </a:extLst>
          </p:cNvPr>
          <p:cNvSpPr/>
          <p:nvPr/>
        </p:nvSpPr>
        <p:spPr>
          <a:xfrm>
            <a:off x="1241591" y="3685362"/>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dirty="0"/>
          </a:p>
        </p:txBody>
      </p:sp>
      <p:sp>
        <p:nvSpPr>
          <p:cNvPr id="97" name="object 62">
            <a:extLst>
              <a:ext uri="{FF2B5EF4-FFF2-40B4-BE49-F238E27FC236}">
                <a16:creationId xmlns:a16="http://schemas.microsoft.com/office/drawing/2014/main" id="{13E0425E-CEDF-CBC4-B34B-0CC3951920EA}"/>
              </a:ext>
            </a:extLst>
          </p:cNvPr>
          <p:cNvSpPr/>
          <p:nvPr/>
        </p:nvSpPr>
        <p:spPr>
          <a:xfrm>
            <a:off x="1795778" y="4331380"/>
            <a:ext cx="67949" cy="610424"/>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98" name="object 63">
            <a:extLst>
              <a:ext uri="{FF2B5EF4-FFF2-40B4-BE49-F238E27FC236}">
                <a16:creationId xmlns:a16="http://schemas.microsoft.com/office/drawing/2014/main" id="{FDE45797-C0E3-ACE0-F66B-057BDEDB9070}"/>
              </a:ext>
            </a:extLst>
          </p:cNvPr>
          <p:cNvSpPr txBox="1"/>
          <p:nvPr/>
        </p:nvSpPr>
        <p:spPr>
          <a:xfrm>
            <a:off x="1229760" y="4389164"/>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dirty="0">
                <a:latin typeface="Calibri"/>
                <a:cs typeface="Calibri"/>
              </a:rPr>
              <a:t>h</a:t>
            </a:r>
          </a:p>
          <a:p>
            <a:pPr marR="5080" algn="ctr">
              <a:lnSpc>
                <a:spcPct val="100000"/>
              </a:lnSpc>
              <a:spcBef>
                <a:spcPts val="5"/>
              </a:spcBef>
            </a:pPr>
            <a:r>
              <a:rPr sz="1400" spc="-10" dirty="0">
                <a:latin typeface="Calibri"/>
                <a:cs typeface="Calibri"/>
              </a:rPr>
              <a:t>(h</a:t>
            </a:r>
            <a:r>
              <a:rPr sz="1400" dirty="0">
                <a:latin typeface="Calibri"/>
                <a:cs typeface="Calibri"/>
              </a:rPr>
              <a:t>eig</a:t>
            </a:r>
            <a:r>
              <a:rPr sz="1400" spc="-25" dirty="0">
                <a:latin typeface="Calibri"/>
                <a:cs typeface="Calibri"/>
              </a:rPr>
              <a:t>h</a:t>
            </a:r>
            <a:r>
              <a:rPr sz="1400" spc="-5" dirty="0">
                <a:latin typeface="Calibri"/>
                <a:cs typeface="Calibri"/>
              </a:rPr>
              <a:t>t</a:t>
            </a:r>
            <a:r>
              <a:rPr sz="1400" dirty="0">
                <a:latin typeface="Calibri"/>
                <a:cs typeface="Calibri"/>
              </a:rPr>
              <a:t>)</a:t>
            </a:r>
          </a:p>
        </p:txBody>
      </p:sp>
      <p:sp>
        <p:nvSpPr>
          <p:cNvPr id="99" name="object 64">
            <a:extLst>
              <a:ext uri="{FF2B5EF4-FFF2-40B4-BE49-F238E27FC236}">
                <a16:creationId xmlns:a16="http://schemas.microsoft.com/office/drawing/2014/main" id="{ABAAA5DD-56CA-BF94-2180-F0866658B6B3}"/>
              </a:ext>
            </a:extLst>
          </p:cNvPr>
          <p:cNvSpPr/>
          <p:nvPr/>
        </p:nvSpPr>
        <p:spPr>
          <a:xfrm>
            <a:off x="1948179" y="4155787"/>
            <a:ext cx="914400" cy="89266"/>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0" name="object 65">
            <a:extLst>
              <a:ext uri="{FF2B5EF4-FFF2-40B4-BE49-F238E27FC236}">
                <a16:creationId xmlns:a16="http://schemas.microsoft.com/office/drawing/2014/main" id="{A1EF013C-5123-D9A7-DC76-FEFD731E96E2}"/>
              </a:ext>
            </a:extLst>
          </p:cNvPr>
          <p:cNvSpPr txBox="1"/>
          <p:nvPr/>
        </p:nvSpPr>
        <p:spPr>
          <a:xfrm>
            <a:off x="2073955" y="3856694"/>
            <a:ext cx="733425" cy="228909"/>
          </a:xfrm>
          <a:prstGeom prst="rect">
            <a:avLst/>
          </a:prstGeom>
        </p:spPr>
        <p:txBody>
          <a:bodyPr vert="horz" wrap="square" lIns="0" tIns="13335" rIns="0" bIns="0" rtlCol="0">
            <a:spAutoFit/>
          </a:bodyPr>
          <a:lstStyle/>
          <a:p>
            <a:pPr>
              <a:lnSpc>
                <a:spcPct val="100000"/>
              </a:lnSpc>
              <a:spcBef>
                <a:spcPts val="105"/>
              </a:spcBef>
            </a:pPr>
            <a:r>
              <a:rPr lang="es-ES"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01" name="object 73">
            <a:extLst>
              <a:ext uri="{FF2B5EF4-FFF2-40B4-BE49-F238E27FC236}">
                <a16:creationId xmlns:a16="http://schemas.microsoft.com/office/drawing/2014/main" id="{4C5C0871-D9B5-E642-7661-FFBCAD75720B}"/>
              </a:ext>
            </a:extLst>
          </p:cNvPr>
          <p:cNvSpPr txBox="1"/>
          <p:nvPr/>
        </p:nvSpPr>
        <p:spPr>
          <a:xfrm>
            <a:off x="3523559" y="4331380"/>
            <a:ext cx="9849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102" name="object 74">
            <a:extLst>
              <a:ext uri="{FF2B5EF4-FFF2-40B4-BE49-F238E27FC236}">
                <a16:creationId xmlns:a16="http://schemas.microsoft.com/office/drawing/2014/main" id="{10CC4DBA-05F4-4CDC-BA0E-6200AF622CA9}"/>
              </a:ext>
            </a:extLst>
          </p:cNvPr>
          <p:cNvSpPr txBox="1"/>
          <p:nvPr/>
        </p:nvSpPr>
        <p:spPr>
          <a:xfrm>
            <a:off x="4421819" y="5309818"/>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111" name="object 7">
            <a:extLst>
              <a:ext uri="{FF2B5EF4-FFF2-40B4-BE49-F238E27FC236}">
                <a16:creationId xmlns:a16="http://schemas.microsoft.com/office/drawing/2014/main" id="{06801468-6F27-A16A-64E3-D7AD4B6B6B96}"/>
              </a:ext>
            </a:extLst>
          </p:cNvPr>
          <p:cNvSpPr/>
          <p:nvPr/>
        </p:nvSpPr>
        <p:spPr>
          <a:xfrm>
            <a:off x="7239000" y="3685362"/>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dirty="0"/>
          </a:p>
        </p:txBody>
      </p:sp>
      <p:sp>
        <p:nvSpPr>
          <p:cNvPr id="114" name="object 64">
            <a:extLst>
              <a:ext uri="{FF2B5EF4-FFF2-40B4-BE49-F238E27FC236}">
                <a16:creationId xmlns:a16="http://schemas.microsoft.com/office/drawing/2014/main" id="{D9E5D738-CA47-1898-E0D8-DFBC514F5A50}"/>
              </a:ext>
            </a:extLst>
          </p:cNvPr>
          <p:cNvSpPr/>
          <p:nvPr/>
        </p:nvSpPr>
        <p:spPr>
          <a:xfrm>
            <a:off x="7663179" y="4163346"/>
            <a:ext cx="3165333" cy="48374"/>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15" name="object 65">
            <a:extLst>
              <a:ext uri="{FF2B5EF4-FFF2-40B4-BE49-F238E27FC236}">
                <a16:creationId xmlns:a16="http://schemas.microsoft.com/office/drawing/2014/main" id="{74A4CAE1-BC33-1BCD-6F24-54F1DFA8AEDB}"/>
              </a:ext>
            </a:extLst>
          </p:cNvPr>
          <p:cNvSpPr txBox="1"/>
          <p:nvPr/>
        </p:nvSpPr>
        <p:spPr>
          <a:xfrm>
            <a:off x="8910954" y="3926878"/>
            <a:ext cx="733425" cy="228909"/>
          </a:xfrm>
          <a:prstGeom prst="rect">
            <a:avLst/>
          </a:prstGeom>
        </p:spPr>
        <p:txBody>
          <a:bodyPr vert="horz" wrap="square" lIns="0" tIns="13335" rIns="0" bIns="0" rtlCol="0">
            <a:spAutoFit/>
          </a:bodyPr>
          <a:lstStyle/>
          <a:p>
            <a:pPr>
              <a:lnSpc>
                <a:spcPct val="100000"/>
              </a:lnSpc>
              <a:spcBef>
                <a:spcPts val="105"/>
              </a:spcBef>
            </a:pPr>
            <a:r>
              <a:rPr lang="es-ES"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16" name="object 73">
            <a:extLst>
              <a:ext uri="{FF2B5EF4-FFF2-40B4-BE49-F238E27FC236}">
                <a16:creationId xmlns:a16="http://schemas.microsoft.com/office/drawing/2014/main" id="{CC9D2269-0CA8-143F-4E45-F3AF594A2ED3}"/>
              </a:ext>
            </a:extLst>
          </p:cNvPr>
          <p:cNvSpPr txBox="1"/>
          <p:nvPr/>
        </p:nvSpPr>
        <p:spPr>
          <a:xfrm>
            <a:off x="7663179" y="4325314"/>
            <a:ext cx="3165333"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lang="es-ES" sz="1600" b="1" spc="-10" dirty="0">
                <a:latin typeface="Calibri"/>
                <a:cs typeface="Calibri"/>
              </a:rPr>
              <a:t>MMI </a:t>
            </a:r>
            <a:r>
              <a:rPr lang="es-ES" sz="1600" b="1" spc="-10" dirty="0" err="1">
                <a:latin typeface="Calibri"/>
                <a:cs typeface="Calibri"/>
              </a:rPr>
              <a:t>Body</a:t>
            </a:r>
            <a:endParaRPr sz="1600" dirty="0">
              <a:latin typeface="Calibri"/>
              <a:cs typeface="Calibri"/>
            </a:endParaRPr>
          </a:p>
        </p:txBody>
      </p:sp>
      <p:sp>
        <p:nvSpPr>
          <p:cNvPr id="117" name="object 74">
            <a:extLst>
              <a:ext uri="{FF2B5EF4-FFF2-40B4-BE49-F238E27FC236}">
                <a16:creationId xmlns:a16="http://schemas.microsoft.com/office/drawing/2014/main" id="{8A3332FF-25D4-1955-323F-BBD1D30324AC}"/>
              </a:ext>
            </a:extLst>
          </p:cNvPr>
          <p:cNvSpPr txBox="1"/>
          <p:nvPr/>
        </p:nvSpPr>
        <p:spPr>
          <a:xfrm>
            <a:off x="7284458" y="5303772"/>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7377675" y="5580458"/>
            <a:ext cx="3954288" cy="369332"/>
          </a:xfrm>
          <a:prstGeom prst="rect">
            <a:avLst/>
          </a:prstGeom>
          <a:noFill/>
        </p:spPr>
        <p:txBody>
          <a:bodyPr wrap="none" rtlCol="0">
            <a:spAutoFit/>
          </a:bodyPr>
          <a:lstStyle/>
          <a:p>
            <a:pPr algn="r"/>
            <a:r>
              <a:rPr lang="en-US" b="1" dirty="0"/>
              <a:t>Multimode Interference (MMI) </a:t>
            </a:r>
            <a:r>
              <a:rPr lang="en-US" dirty="0"/>
              <a:t>coupler</a:t>
            </a:r>
            <a:r>
              <a:rPr lang="en-US" b="1" dirty="0"/>
              <a:t> </a:t>
            </a:r>
            <a:endParaRPr lang="en-US" dirty="0"/>
          </a:p>
        </p:txBody>
      </p:sp>
      <p:sp>
        <p:nvSpPr>
          <p:cNvPr id="8" name="CuadroTexto 7">
            <a:extLst>
              <a:ext uri="{FF2B5EF4-FFF2-40B4-BE49-F238E27FC236}">
                <a16:creationId xmlns:a16="http://schemas.microsoft.com/office/drawing/2014/main" id="{7336B5D8-2D70-3E7A-336D-AF55EC49DEB8}"/>
              </a:ext>
            </a:extLst>
          </p:cNvPr>
          <p:cNvSpPr txBox="1"/>
          <p:nvPr/>
        </p:nvSpPr>
        <p:spPr>
          <a:xfrm>
            <a:off x="1168826" y="5579058"/>
            <a:ext cx="2743199" cy="369332"/>
          </a:xfrm>
          <a:prstGeom prst="rect">
            <a:avLst/>
          </a:prstGeom>
          <a:noFill/>
        </p:spPr>
        <p:txBody>
          <a:bodyPr wrap="square">
            <a:spAutoFit/>
          </a:bodyPr>
          <a:lstStyle/>
          <a:p>
            <a:r>
              <a:rPr lang="en-US" b="1" dirty="0"/>
              <a:t>Directional </a:t>
            </a:r>
            <a:r>
              <a:rPr lang="en-US" dirty="0"/>
              <a:t>coupler (DC)</a:t>
            </a:r>
          </a:p>
        </p:txBody>
      </p:sp>
      <p:sp>
        <p:nvSpPr>
          <p:cNvPr id="7" name="object 73">
            <a:extLst>
              <a:ext uri="{FF2B5EF4-FFF2-40B4-BE49-F238E27FC236}">
                <a16:creationId xmlns:a16="http://schemas.microsoft.com/office/drawing/2014/main" id="{9404A65A-9F07-371B-17B4-56EE1381567B}"/>
              </a:ext>
            </a:extLst>
          </p:cNvPr>
          <p:cNvSpPr txBox="1"/>
          <p:nvPr/>
        </p:nvSpPr>
        <p:spPr>
          <a:xfrm>
            <a:off x="1948179" y="4331380"/>
            <a:ext cx="9849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9" name="object 64">
            <a:extLst>
              <a:ext uri="{FF2B5EF4-FFF2-40B4-BE49-F238E27FC236}">
                <a16:creationId xmlns:a16="http://schemas.microsoft.com/office/drawing/2014/main" id="{B06C28EB-4BF4-A40B-513B-ACC7E468CDC3}"/>
              </a:ext>
            </a:extLst>
          </p:cNvPr>
          <p:cNvSpPr/>
          <p:nvPr/>
        </p:nvSpPr>
        <p:spPr>
          <a:xfrm flipV="1">
            <a:off x="2911079" y="5067632"/>
            <a:ext cx="590401" cy="45719"/>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 name="object 63">
            <a:extLst>
              <a:ext uri="{FF2B5EF4-FFF2-40B4-BE49-F238E27FC236}">
                <a16:creationId xmlns:a16="http://schemas.microsoft.com/office/drawing/2014/main" id="{4601CBDA-CF6C-DA98-1398-C31497498862}"/>
              </a:ext>
            </a:extLst>
          </p:cNvPr>
          <p:cNvSpPr txBox="1"/>
          <p:nvPr/>
        </p:nvSpPr>
        <p:spPr>
          <a:xfrm>
            <a:off x="2939643" y="5090491"/>
            <a:ext cx="577850" cy="454025"/>
          </a:xfrm>
          <a:prstGeom prst="rect">
            <a:avLst/>
          </a:prstGeom>
        </p:spPr>
        <p:txBody>
          <a:bodyPr vert="horz" wrap="square" lIns="0" tIns="13335" rIns="0" bIns="0" rtlCol="0">
            <a:spAutoFit/>
          </a:bodyPr>
          <a:lstStyle/>
          <a:p>
            <a:pPr marR="3175" algn="ctr">
              <a:lnSpc>
                <a:spcPct val="100000"/>
              </a:lnSpc>
              <a:spcBef>
                <a:spcPts val="105"/>
              </a:spcBef>
            </a:pPr>
            <a:r>
              <a:rPr lang="es-ES" sz="1400" dirty="0">
                <a:latin typeface="Calibri"/>
                <a:cs typeface="Calibri"/>
              </a:rPr>
              <a:t>g</a:t>
            </a:r>
            <a:endParaRPr sz="1400" dirty="0">
              <a:latin typeface="Calibri"/>
              <a:cs typeface="Calibri"/>
            </a:endParaRPr>
          </a:p>
          <a:p>
            <a:pPr marR="5080" algn="ctr">
              <a:lnSpc>
                <a:spcPct val="100000"/>
              </a:lnSpc>
              <a:spcBef>
                <a:spcPts val="5"/>
              </a:spcBef>
            </a:pPr>
            <a:r>
              <a:rPr sz="1400" spc="-10" dirty="0">
                <a:latin typeface="Calibri"/>
                <a:cs typeface="Calibri"/>
              </a:rPr>
              <a:t>(</a:t>
            </a:r>
            <a:r>
              <a:rPr lang="es-ES" sz="1400" spc="-10" dirty="0">
                <a:latin typeface="Calibri"/>
                <a:cs typeface="Calibri"/>
              </a:rPr>
              <a:t>gap</a:t>
            </a:r>
            <a:r>
              <a:rPr sz="1400" dirty="0">
                <a:latin typeface="Calibri"/>
                <a:cs typeface="Calibri"/>
              </a:rPr>
              <a:t>)</a:t>
            </a:r>
          </a:p>
        </p:txBody>
      </p:sp>
      <p:sp>
        <p:nvSpPr>
          <p:cNvPr id="11" name="object 62">
            <a:extLst>
              <a:ext uri="{FF2B5EF4-FFF2-40B4-BE49-F238E27FC236}">
                <a16:creationId xmlns:a16="http://schemas.microsoft.com/office/drawing/2014/main" id="{F1DAA8E2-74AD-BD39-C248-2324458F6D54}"/>
              </a:ext>
            </a:extLst>
          </p:cNvPr>
          <p:cNvSpPr/>
          <p:nvPr/>
        </p:nvSpPr>
        <p:spPr>
          <a:xfrm>
            <a:off x="7448782" y="4331380"/>
            <a:ext cx="67949" cy="610424"/>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2" name="object 63">
            <a:extLst>
              <a:ext uri="{FF2B5EF4-FFF2-40B4-BE49-F238E27FC236}">
                <a16:creationId xmlns:a16="http://schemas.microsoft.com/office/drawing/2014/main" id="{FCE9BE8C-E2F4-7CBE-236B-A2E5451F5C01}"/>
              </a:ext>
            </a:extLst>
          </p:cNvPr>
          <p:cNvSpPr txBox="1"/>
          <p:nvPr/>
        </p:nvSpPr>
        <p:spPr>
          <a:xfrm>
            <a:off x="6882764" y="4389164"/>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dirty="0">
                <a:latin typeface="Calibri"/>
                <a:cs typeface="Calibri"/>
              </a:rPr>
              <a:t>h</a:t>
            </a:r>
          </a:p>
          <a:p>
            <a:pPr marR="5080" algn="ctr">
              <a:lnSpc>
                <a:spcPct val="100000"/>
              </a:lnSpc>
              <a:spcBef>
                <a:spcPts val="5"/>
              </a:spcBef>
            </a:pPr>
            <a:r>
              <a:rPr sz="1400" spc="-10" dirty="0">
                <a:latin typeface="Calibri"/>
                <a:cs typeface="Calibri"/>
              </a:rPr>
              <a:t>(h</a:t>
            </a:r>
            <a:r>
              <a:rPr sz="1400" dirty="0">
                <a:latin typeface="Calibri"/>
                <a:cs typeface="Calibri"/>
              </a:rPr>
              <a:t>eig</a:t>
            </a:r>
            <a:r>
              <a:rPr sz="1400" spc="-25" dirty="0">
                <a:latin typeface="Calibri"/>
                <a:cs typeface="Calibri"/>
              </a:rPr>
              <a:t>h</a:t>
            </a:r>
            <a:r>
              <a:rPr sz="1400" spc="-5" dirty="0">
                <a:latin typeface="Calibri"/>
                <a:cs typeface="Calibri"/>
              </a:rPr>
              <a:t>t</a:t>
            </a:r>
            <a:r>
              <a:rPr sz="1400" dirty="0">
                <a:latin typeface="Calibri"/>
                <a:cs typeface="Calibri"/>
              </a:rPr>
              <a:t>)</a:t>
            </a:r>
          </a:p>
        </p:txBody>
      </p:sp>
    </p:spTree>
    <p:extLst>
      <p:ext uri="{BB962C8B-B14F-4D97-AF65-F5344CB8AC3E}">
        <p14:creationId xmlns:p14="http://schemas.microsoft.com/office/powerpoint/2010/main" val="56023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1F74687F-7302-3F32-F9D1-0566D05F33AE}"/>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78335A49-ACE2-C055-50CA-8DD755D2E76D}"/>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6" name="Título 4">
            <a:extLst>
              <a:ext uri="{FF2B5EF4-FFF2-40B4-BE49-F238E27FC236}">
                <a16:creationId xmlns:a16="http://schemas.microsoft.com/office/drawing/2014/main" id="{AF6692CA-D0D0-2BAF-E673-933E02AE2BB8}"/>
              </a:ext>
            </a:extLst>
          </p:cNvPr>
          <p:cNvSpPr>
            <a:spLocks noGrp="1"/>
          </p:cNvSpPr>
          <p:nvPr>
            <p:ph type="body" idx="1"/>
          </p:nvPr>
        </p:nvSpPr>
        <p:spPr>
          <a:xfrm>
            <a:off x="609600" y="2152650"/>
            <a:ext cx="10972800" cy="430887"/>
          </a:xfrm>
        </p:spPr>
        <p:txBody>
          <a:bodyPr/>
          <a:lstStyle/>
          <a:p>
            <a:pPr algn="ctr"/>
            <a:r>
              <a:rPr lang="en-US" sz="2800" b="1" dirty="0">
                <a:effectLst>
                  <a:outerShdw blurRad="38100" dist="38100" dir="2700000" algn="tl">
                    <a:srgbClr val="000000">
                      <a:alpha val="43137"/>
                    </a:srgbClr>
                  </a:outerShdw>
                </a:effectLst>
              </a:rPr>
              <a:t>Directional coupler</a:t>
            </a:r>
          </a:p>
        </p:txBody>
      </p:sp>
    </p:spTree>
    <p:extLst>
      <p:ext uri="{BB962C8B-B14F-4D97-AF65-F5344CB8AC3E}">
        <p14:creationId xmlns:p14="http://schemas.microsoft.com/office/powerpoint/2010/main" val="16400195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 – Directional coupler length and coupling coefficient</a:t>
            </a:r>
            <a:br>
              <a:rPr lang="en-US" sz="2500" spc="-5" dirty="0">
                <a:latin typeface="+mj-lt"/>
                <a:cs typeface="Lucida Sans"/>
              </a:rPr>
            </a:br>
            <a:r>
              <a:rPr lang="en-US" b="0" dirty="0"/>
              <a:t>Wavelength 1.5 µm – width 1.2 µm – gap 0.6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CA5F0FDF-2A95-453B-4ECA-AEB637FF2694}"/>
              </a:ext>
            </a:extLst>
          </p:cNvPr>
          <p:cNvSpPr txBox="1"/>
          <p:nvPr/>
        </p:nvSpPr>
        <p:spPr>
          <a:xfrm>
            <a:off x="609441" y="4860334"/>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(distance needed for a complete energy transfer between waveguides, distance needed for splitting power in half.. )</a:t>
            </a:r>
          </a:p>
          <a:p>
            <a:pPr algn="just"/>
            <a:endParaRPr lang="en-US" sz="1200" dirty="0">
              <a:latin typeface="Arial" panose="020B0604020202020204" pitchFamily="34" charset="0"/>
              <a:cs typeface="Arial" panose="020B0604020202020204" pitchFamily="34" charset="0"/>
            </a:endParaRPr>
          </a:p>
          <a:p>
            <a:pPr algn="just"/>
            <a:r>
              <a:rPr lang="en-US" sz="1200" dirty="0" err="1">
                <a:latin typeface="Arial" panose="020B0604020202020204" pitchFamily="34" charset="0"/>
                <a:cs typeface="Arial" panose="020B0604020202020204" pitchFamily="34" charset="0"/>
              </a:rPr>
              <a:t>Observamos</a:t>
            </a:r>
            <a:r>
              <a:rPr lang="en-US" sz="1200" dirty="0">
                <a:latin typeface="Arial" panose="020B0604020202020204" pitchFamily="34" charset="0"/>
                <a:cs typeface="Arial" panose="020B0604020202020204" pitchFamily="34" charset="0"/>
              </a:rPr>
              <a:t> que a una </a:t>
            </a:r>
            <a:r>
              <a:rPr lang="en-US" sz="1200" dirty="0" err="1">
                <a:latin typeface="Arial" panose="020B0604020202020204" pitchFamily="34" charset="0"/>
                <a:cs typeface="Arial" panose="020B0604020202020204" pitchFamily="34" charset="0"/>
              </a:rPr>
              <a:t>distancia</a:t>
            </a:r>
            <a:r>
              <a:rPr lang="en-US" sz="1200" dirty="0">
                <a:latin typeface="Arial" panose="020B0604020202020204" pitchFamily="34" charset="0"/>
                <a:cs typeface="Arial" panose="020B0604020202020204" pitchFamily="34" charset="0"/>
              </a:rPr>
              <a:t> de L= </a:t>
            </a:r>
            <a:r>
              <a:rPr lang="en-US" sz="1200" dirty="0" err="1">
                <a:latin typeface="Arial" panose="020B0604020202020204" pitchFamily="34" charset="0"/>
                <a:cs typeface="Arial" panose="020B0604020202020204" pitchFamily="34" charset="0"/>
              </a:rPr>
              <a:t>Lpi</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obtenemos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toda</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potencia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arriba</a:t>
            </a:r>
            <a:r>
              <a:rPr lang="en-US" sz="1200" dirty="0">
                <a:latin typeface="Arial" panose="020B0604020202020204" pitchFamily="34" charset="0"/>
                <a:cs typeface="Arial" panose="020B0604020202020204" pitchFamily="34" charset="0"/>
              </a:rPr>
              <a:t>. </a:t>
            </a:r>
          </a:p>
          <a:p>
            <a:pPr algn="just"/>
            <a:r>
              <a:rPr lang="en-US" sz="1200" dirty="0">
                <a:latin typeface="Arial" panose="020B0604020202020204" pitchFamily="34" charset="0"/>
                <a:cs typeface="Arial" panose="020B0604020202020204" pitchFamily="34" charset="0"/>
              </a:rPr>
              <a:t>Para </a:t>
            </a:r>
            <a:r>
              <a:rPr lang="en-US" sz="1200" dirty="0" err="1">
                <a:latin typeface="Arial" panose="020B0604020202020204" pitchFamily="34" charset="0"/>
                <a:cs typeface="Arial" panose="020B0604020202020204" pitchFamily="34" charset="0"/>
              </a:rPr>
              <a:t>conseguir</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mitad</a:t>
            </a:r>
            <a:r>
              <a:rPr lang="en-US" sz="1200" dirty="0">
                <a:latin typeface="Arial" panose="020B0604020202020204" pitchFamily="34" charset="0"/>
                <a:cs typeface="Arial" panose="020B0604020202020204" pitchFamily="34" charset="0"/>
              </a:rPr>
              <a:t> de la </a:t>
            </a:r>
            <a:r>
              <a:rPr lang="en-US" sz="1200" dirty="0" err="1">
                <a:latin typeface="Arial" panose="020B0604020202020204" pitchFamily="34" charset="0"/>
                <a:cs typeface="Arial" panose="020B0604020202020204" pitchFamily="34" charset="0"/>
              </a:rPr>
              <a:t>potencia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cada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puerto</a:t>
            </a:r>
            <a:r>
              <a:rPr lang="en-US" sz="1200" dirty="0">
                <a:latin typeface="Arial" panose="020B0604020202020204" pitchFamily="34" charset="0"/>
                <a:cs typeface="Arial" panose="020B0604020202020204" pitchFamily="34" charset="0"/>
              </a:rPr>
              <a:t> L= </a:t>
            </a:r>
            <a:r>
              <a:rPr lang="en-US" sz="1200" dirty="0" err="1">
                <a:latin typeface="Arial" panose="020B0604020202020204" pitchFamily="34" charset="0"/>
                <a:cs typeface="Arial" panose="020B0604020202020204" pitchFamily="34" charset="0"/>
              </a:rPr>
              <a:t>Lpi</a:t>
            </a:r>
            <a:r>
              <a:rPr lang="en-US" sz="1200" dirty="0">
                <a:latin typeface="Arial" panose="020B0604020202020204" pitchFamily="34" charset="0"/>
                <a:cs typeface="Arial" panose="020B0604020202020204" pitchFamily="34" charset="0"/>
              </a:rPr>
              <a:t>/2</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21F754A5-65BC-14A3-5F55-75716FFA9027}"/>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CD9C65D4-5494-F5CE-1094-CB0A32C33876}"/>
              </a:ext>
            </a:extLst>
          </p:cNvPr>
          <p:cNvSpPr txBox="1"/>
          <p:nvPr/>
        </p:nvSpPr>
        <p:spPr>
          <a:xfrm>
            <a:off x="3909688" y="2609722"/>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L/</a:t>
            </a:r>
            <a:r>
              <a:rPr lang="en-US" dirty="0" err="1"/>
              <a:t>Lpi</a:t>
            </a:r>
            <a:r>
              <a:rPr lang="en-US" dirty="0"/>
              <a:t> vs K plot here</a:t>
            </a:r>
          </a:p>
        </p:txBody>
      </p:sp>
      <p:pic>
        <p:nvPicPr>
          <p:cNvPr id="6" name="Imagen 5" descr="Forma&#10;&#10;Descripción generada automáticamente con confianza media">
            <a:extLst>
              <a:ext uri="{FF2B5EF4-FFF2-40B4-BE49-F238E27FC236}">
                <a16:creationId xmlns:a16="http://schemas.microsoft.com/office/drawing/2014/main" id="{380A8455-6386-C7D5-7BB6-B79D8D91F0E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82588" y="1626040"/>
            <a:ext cx="3383313" cy="983682"/>
          </a:xfrm>
          <a:prstGeom prst="rect">
            <a:avLst/>
          </a:prstGeom>
        </p:spPr>
      </p:pic>
      <p:pic>
        <p:nvPicPr>
          <p:cNvPr id="5" name="Imagen 4">
            <a:extLst>
              <a:ext uri="{FF2B5EF4-FFF2-40B4-BE49-F238E27FC236}">
                <a16:creationId xmlns:a16="http://schemas.microsoft.com/office/drawing/2014/main" id="{A8CB711F-38B0-4D6D-AA00-4F1AE800F0E5}"/>
              </a:ext>
            </a:extLst>
          </p:cNvPr>
          <p:cNvPicPr>
            <a:picLocks noChangeAspect="1"/>
          </p:cNvPicPr>
          <p:nvPr/>
        </p:nvPicPr>
        <p:blipFill>
          <a:blip r:embed="rId6"/>
          <a:stretch>
            <a:fillRect/>
          </a:stretch>
        </p:blipFill>
        <p:spPr>
          <a:xfrm>
            <a:off x="4236688" y="1587523"/>
            <a:ext cx="3627246" cy="2955534"/>
          </a:xfrm>
          <a:prstGeom prst="rect">
            <a:avLst/>
          </a:prstGeom>
        </p:spPr>
      </p:pic>
    </p:spTree>
    <p:extLst>
      <p:ext uri="{BB962C8B-B14F-4D97-AF65-F5344CB8AC3E}">
        <p14:creationId xmlns:p14="http://schemas.microsoft.com/office/powerpoint/2010/main" val="36636240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#2 – 2x2 Directional Coupler</a:t>
            </a:r>
            <a:br>
              <a:rPr lang="en-US" sz="2500" spc="-5" dirty="0">
                <a:latin typeface="+mj-lt"/>
                <a:cs typeface="Lucida Sans"/>
              </a:rPr>
            </a:br>
            <a:r>
              <a:rPr lang="en-US" b="0" dirty="0"/>
              <a:t>gap 0.6 - 1.6 µm (step 0.1 µm) – Wavelength 1.55 µm </a:t>
            </a:r>
            <a:endParaRPr lang="en-US" sz="2500" b="0" dirty="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5</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7" name="Rectángulo 6">
            <a:extLst>
              <a:ext uri="{FF2B5EF4-FFF2-40B4-BE49-F238E27FC236}">
                <a16:creationId xmlns:a16="http://schemas.microsoft.com/office/drawing/2014/main" id="{FBC7D187-267A-ADD4-764C-D3820B8ED302}"/>
              </a:ext>
            </a:extLst>
          </p:cNvPr>
          <p:cNvSpPr/>
          <p:nvPr/>
        </p:nvSpPr>
        <p:spPr>
          <a:xfrm>
            <a:off x="576943" y="1457675"/>
            <a:ext cx="11199971" cy="444902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Imagen 25">
            <a:extLst>
              <a:ext uri="{FF2B5EF4-FFF2-40B4-BE49-F238E27FC236}">
                <a16:creationId xmlns:a16="http://schemas.microsoft.com/office/drawing/2014/main" id="{A287BF9A-B71D-43A4-AB79-6ACF86918A4B}"/>
              </a:ext>
            </a:extLst>
          </p:cNvPr>
          <p:cNvPicPr>
            <a:picLocks noChangeAspect="1"/>
          </p:cNvPicPr>
          <p:nvPr/>
        </p:nvPicPr>
        <p:blipFill>
          <a:blip r:embed="rId5"/>
          <a:stretch>
            <a:fillRect/>
          </a:stretch>
        </p:blipFill>
        <p:spPr>
          <a:xfrm>
            <a:off x="943148" y="1620530"/>
            <a:ext cx="3346519" cy="590562"/>
          </a:xfrm>
          <a:prstGeom prst="rect">
            <a:avLst/>
          </a:prstGeom>
        </p:spPr>
      </p:pic>
      <p:pic>
        <p:nvPicPr>
          <p:cNvPr id="28" name="Imagen 27">
            <a:extLst>
              <a:ext uri="{FF2B5EF4-FFF2-40B4-BE49-F238E27FC236}">
                <a16:creationId xmlns:a16="http://schemas.microsoft.com/office/drawing/2014/main" id="{07B3D1DB-26AC-45AA-AA99-EC483F3D96A7}"/>
              </a:ext>
            </a:extLst>
          </p:cNvPr>
          <p:cNvPicPr>
            <a:picLocks noChangeAspect="1"/>
          </p:cNvPicPr>
          <p:nvPr/>
        </p:nvPicPr>
        <p:blipFill>
          <a:blip r:embed="rId6"/>
          <a:stretch>
            <a:fillRect/>
          </a:stretch>
        </p:blipFill>
        <p:spPr>
          <a:xfrm>
            <a:off x="4658964" y="1712211"/>
            <a:ext cx="3346520" cy="590562"/>
          </a:xfrm>
          <a:prstGeom prst="rect">
            <a:avLst/>
          </a:prstGeom>
        </p:spPr>
      </p:pic>
      <p:pic>
        <p:nvPicPr>
          <p:cNvPr id="30" name="Imagen 29">
            <a:extLst>
              <a:ext uri="{FF2B5EF4-FFF2-40B4-BE49-F238E27FC236}">
                <a16:creationId xmlns:a16="http://schemas.microsoft.com/office/drawing/2014/main" id="{8B0864C3-C763-4044-981F-A323E9B5A1F1}"/>
              </a:ext>
            </a:extLst>
          </p:cNvPr>
          <p:cNvPicPr>
            <a:picLocks noChangeAspect="1"/>
          </p:cNvPicPr>
          <p:nvPr/>
        </p:nvPicPr>
        <p:blipFill>
          <a:blip r:embed="rId7"/>
          <a:stretch>
            <a:fillRect/>
          </a:stretch>
        </p:blipFill>
        <p:spPr>
          <a:xfrm>
            <a:off x="8207321" y="1657502"/>
            <a:ext cx="3346521" cy="590563"/>
          </a:xfrm>
          <a:prstGeom prst="rect">
            <a:avLst/>
          </a:prstGeom>
        </p:spPr>
      </p:pic>
      <p:pic>
        <p:nvPicPr>
          <p:cNvPr id="32" name="Imagen 31">
            <a:extLst>
              <a:ext uri="{FF2B5EF4-FFF2-40B4-BE49-F238E27FC236}">
                <a16:creationId xmlns:a16="http://schemas.microsoft.com/office/drawing/2014/main" id="{CE5533DA-C73A-40E6-94EA-373F8225901E}"/>
              </a:ext>
            </a:extLst>
          </p:cNvPr>
          <p:cNvPicPr>
            <a:picLocks noChangeAspect="1"/>
          </p:cNvPicPr>
          <p:nvPr/>
        </p:nvPicPr>
        <p:blipFill>
          <a:blip r:embed="rId8"/>
          <a:stretch>
            <a:fillRect/>
          </a:stretch>
        </p:blipFill>
        <p:spPr>
          <a:xfrm>
            <a:off x="994664" y="2759247"/>
            <a:ext cx="3310428" cy="589921"/>
          </a:xfrm>
          <a:prstGeom prst="rect">
            <a:avLst/>
          </a:prstGeom>
        </p:spPr>
      </p:pic>
      <p:pic>
        <p:nvPicPr>
          <p:cNvPr id="34" name="Imagen 33">
            <a:extLst>
              <a:ext uri="{FF2B5EF4-FFF2-40B4-BE49-F238E27FC236}">
                <a16:creationId xmlns:a16="http://schemas.microsoft.com/office/drawing/2014/main" id="{68B34144-A475-4361-8536-D6AD51574AD5}"/>
              </a:ext>
            </a:extLst>
          </p:cNvPr>
          <p:cNvPicPr>
            <a:picLocks noChangeAspect="1"/>
          </p:cNvPicPr>
          <p:nvPr/>
        </p:nvPicPr>
        <p:blipFill>
          <a:blip r:embed="rId9"/>
          <a:stretch>
            <a:fillRect/>
          </a:stretch>
        </p:blipFill>
        <p:spPr>
          <a:xfrm>
            <a:off x="4791614" y="2758606"/>
            <a:ext cx="3314028" cy="590562"/>
          </a:xfrm>
          <a:prstGeom prst="rect">
            <a:avLst/>
          </a:prstGeom>
        </p:spPr>
      </p:pic>
      <p:pic>
        <p:nvPicPr>
          <p:cNvPr id="36" name="Imagen 35">
            <a:extLst>
              <a:ext uri="{FF2B5EF4-FFF2-40B4-BE49-F238E27FC236}">
                <a16:creationId xmlns:a16="http://schemas.microsoft.com/office/drawing/2014/main" id="{6DECCC10-444C-4210-AA9E-9272BF608679}"/>
              </a:ext>
            </a:extLst>
          </p:cNvPr>
          <p:cNvPicPr>
            <a:picLocks noChangeAspect="1"/>
          </p:cNvPicPr>
          <p:nvPr/>
        </p:nvPicPr>
        <p:blipFill>
          <a:blip r:embed="rId10"/>
          <a:stretch>
            <a:fillRect/>
          </a:stretch>
        </p:blipFill>
        <p:spPr>
          <a:xfrm>
            <a:off x="8288161" y="2726218"/>
            <a:ext cx="3314027" cy="590562"/>
          </a:xfrm>
          <a:prstGeom prst="rect">
            <a:avLst/>
          </a:prstGeom>
        </p:spPr>
      </p:pic>
      <p:pic>
        <p:nvPicPr>
          <p:cNvPr id="38" name="Imagen 37">
            <a:extLst>
              <a:ext uri="{FF2B5EF4-FFF2-40B4-BE49-F238E27FC236}">
                <a16:creationId xmlns:a16="http://schemas.microsoft.com/office/drawing/2014/main" id="{C6DE62E0-585F-4147-80D5-F065B0AA0ADA}"/>
              </a:ext>
            </a:extLst>
          </p:cNvPr>
          <p:cNvPicPr>
            <a:picLocks noChangeAspect="1"/>
          </p:cNvPicPr>
          <p:nvPr/>
        </p:nvPicPr>
        <p:blipFill>
          <a:blip r:embed="rId11"/>
          <a:stretch>
            <a:fillRect/>
          </a:stretch>
        </p:blipFill>
        <p:spPr>
          <a:xfrm>
            <a:off x="1027996" y="3861023"/>
            <a:ext cx="3453685" cy="615449"/>
          </a:xfrm>
          <a:prstGeom prst="rect">
            <a:avLst/>
          </a:prstGeom>
        </p:spPr>
      </p:pic>
      <p:pic>
        <p:nvPicPr>
          <p:cNvPr id="40" name="Imagen 39">
            <a:extLst>
              <a:ext uri="{FF2B5EF4-FFF2-40B4-BE49-F238E27FC236}">
                <a16:creationId xmlns:a16="http://schemas.microsoft.com/office/drawing/2014/main" id="{1D93D7F5-44B6-4D3F-B0D5-2D26B2EF7A7A}"/>
              </a:ext>
            </a:extLst>
          </p:cNvPr>
          <p:cNvPicPr>
            <a:picLocks noChangeAspect="1"/>
          </p:cNvPicPr>
          <p:nvPr/>
        </p:nvPicPr>
        <p:blipFill>
          <a:blip r:embed="rId12"/>
          <a:stretch>
            <a:fillRect/>
          </a:stretch>
        </p:blipFill>
        <p:spPr>
          <a:xfrm>
            <a:off x="4967006" y="3873151"/>
            <a:ext cx="3151674" cy="561630"/>
          </a:xfrm>
          <a:prstGeom prst="rect">
            <a:avLst/>
          </a:prstGeom>
        </p:spPr>
      </p:pic>
      <p:pic>
        <p:nvPicPr>
          <p:cNvPr id="42" name="Imagen 41">
            <a:extLst>
              <a:ext uri="{FF2B5EF4-FFF2-40B4-BE49-F238E27FC236}">
                <a16:creationId xmlns:a16="http://schemas.microsoft.com/office/drawing/2014/main" id="{E567BDA2-E43D-4BB3-BF44-4699FF1DEDDC}"/>
              </a:ext>
            </a:extLst>
          </p:cNvPr>
          <p:cNvPicPr>
            <a:picLocks noChangeAspect="1"/>
          </p:cNvPicPr>
          <p:nvPr/>
        </p:nvPicPr>
        <p:blipFill>
          <a:blip r:embed="rId13"/>
          <a:stretch>
            <a:fillRect/>
          </a:stretch>
        </p:blipFill>
        <p:spPr>
          <a:xfrm>
            <a:off x="8493003" y="3770936"/>
            <a:ext cx="3060839" cy="550739"/>
          </a:xfrm>
          <a:prstGeom prst="rect">
            <a:avLst/>
          </a:prstGeom>
        </p:spPr>
      </p:pic>
      <p:pic>
        <p:nvPicPr>
          <p:cNvPr id="44" name="Imagen 43">
            <a:extLst>
              <a:ext uri="{FF2B5EF4-FFF2-40B4-BE49-F238E27FC236}">
                <a16:creationId xmlns:a16="http://schemas.microsoft.com/office/drawing/2014/main" id="{1FF4274E-C67A-4349-8758-B05C65F57214}"/>
              </a:ext>
            </a:extLst>
          </p:cNvPr>
          <p:cNvPicPr>
            <a:picLocks noChangeAspect="1"/>
          </p:cNvPicPr>
          <p:nvPr/>
        </p:nvPicPr>
        <p:blipFill>
          <a:blip r:embed="rId14"/>
          <a:stretch>
            <a:fillRect/>
          </a:stretch>
        </p:blipFill>
        <p:spPr>
          <a:xfrm>
            <a:off x="1092464" y="4848516"/>
            <a:ext cx="3324748" cy="598225"/>
          </a:xfrm>
          <a:prstGeom prst="rect">
            <a:avLst/>
          </a:prstGeom>
        </p:spPr>
      </p:pic>
      <p:pic>
        <p:nvPicPr>
          <p:cNvPr id="46" name="Imagen 45">
            <a:extLst>
              <a:ext uri="{FF2B5EF4-FFF2-40B4-BE49-F238E27FC236}">
                <a16:creationId xmlns:a16="http://schemas.microsoft.com/office/drawing/2014/main" id="{1551F907-B2CC-420E-B4CE-9D0A13D7BB2E}"/>
              </a:ext>
            </a:extLst>
          </p:cNvPr>
          <p:cNvPicPr>
            <a:picLocks noChangeAspect="1"/>
          </p:cNvPicPr>
          <p:nvPr/>
        </p:nvPicPr>
        <p:blipFill>
          <a:blip r:embed="rId15"/>
          <a:stretch>
            <a:fillRect/>
          </a:stretch>
        </p:blipFill>
        <p:spPr>
          <a:xfrm>
            <a:off x="5149991" y="4936784"/>
            <a:ext cx="2981325" cy="536432"/>
          </a:xfrm>
          <a:prstGeom prst="rect">
            <a:avLst/>
          </a:prstGeom>
        </p:spPr>
      </p:pic>
      <p:sp>
        <p:nvSpPr>
          <p:cNvPr id="47" name="CuadroTexto 46">
            <a:extLst>
              <a:ext uri="{FF2B5EF4-FFF2-40B4-BE49-F238E27FC236}">
                <a16:creationId xmlns:a16="http://schemas.microsoft.com/office/drawing/2014/main" id="{D85AF0E3-698F-4715-A16C-3590CD1B9838}"/>
              </a:ext>
            </a:extLst>
          </p:cNvPr>
          <p:cNvSpPr txBox="1"/>
          <p:nvPr/>
        </p:nvSpPr>
        <p:spPr>
          <a:xfrm>
            <a:off x="1157139" y="2360290"/>
            <a:ext cx="3346520" cy="307777"/>
          </a:xfrm>
          <a:prstGeom prst="rect">
            <a:avLst/>
          </a:prstGeom>
          <a:noFill/>
        </p:spPr>
        <p:txBody>
          <a:bodyPr wrap="square" rtlCol="0">
            <a:spAutoFit/>
          </a:bodyPr>
          <a:lstStyle/>
          <a:p>
            <a:r>
              <a:rPr lang="es-ES" sz="1400" dirty="0"/>
              <a:t>Gap= 0.6 </a:t>
            </a:r>
            <a:r>
              <a:rPr lang="es-ES" sz="1400" dirty="0" err="1"/>
              <a:t>um</a:t>
            </a:r>
            <a:r>
              <a:rPr lang="es-ES" sz="1400" dirty="0"/>
              <a:t>  </a:t>
            </a:r>
            <a:r>
              <a:rPr lang="es-ES" sz="1400" dirty="0" err="1"/>
              <a:t>Lpi</a:t>
            </a:r>
            <a:r>
              <a:rPr lang="es-ES" sz="1400" dirty="0"/>
              <a:t>= 94.02742605176876  µm</a:t>
            </a:r>
          </a:p>
        </p:txBody>
      </p:sp>
      <p:sp>
        <p:nvSpPr>
          <p:cNvPr id="50" name="CuadroTexto 49">
            <a:extLst>
              <a:ext uri="{FF2B5EF4-FFF2-40B4-BE49-F238E27FC236}">
                <a16:creationId xmlns:a16="http://schemas.microsoft.com/office/drawing/2014/main" id="{96F0B7B0-BE5F-4955-87A2-17E5A5569AA4}"/>
              </a:ext>
            </a:extLst>
          </p:cNvPr>
          <p:cNvSpPr txBox="1"/>
          <p:nvPr/>
        </p:nvSpPr>
        <p:spPr>
          <a:xfrm>
            <a:off x="4581311" y="2340037"/>
            <a:ext cx="3424173" cy="307777"/>
          </a:xfrm>
          <a:prstGeom prst="rect">
            <a:avLst/>
          </a:prstGeom>
          <a:noFill/>
        </p:spPr>
        <p:txBody>
          <a:bodyPr wrap="square" rtlCol="0">
            <a:spAutoFit/>
          </a:bodyPr>
          <a:lstStyle/>
          <a:p>
            <a:r>
              <a:rPr lang="es-ES" sz="1400" dirty="0"/>
              <a:t>Gap= 0.7 </a:t>
            </a:r>
            <a:r>
              <a:rPr lang="es-ES" sz="1400" dirty="0" err="1"/>
              <a:t>um</a:t>
            </a:r>
            <a:r>
              <a:rPr lang="es-ES" sz="1400" dirty="0"/>
              <a:t>  </a:t>
            </a:r>
            <a:r>
              <a:rPr lang="es-ES" sz="1400" dirty="0" err="1"/>
              <a:t>Lpi</a:t>
            </a:r>
            <a:r>
              <a:rPr lang="es-ES" sz="1400" dirty="0"/>
              <a:t>=  128.065673339184 µm</a:t>
            </a:r>
          </a:p>
        </p:txBody>
      </p:sp>
      <p:sp>
        <p:nvSpPr>
          <p:cNvPr id="51" name="CuadroTexto 50">
            <a:extLst>
              <a:ext uri="{FF2B5EF4-FFF2-40B4-BE49-F238E27FC236}">
                <a16:creationId xmlns:a16="http://schemas.microsoft.com/office/drawing/2014/main" id="{D8A5636A-59E8-44C8-8D33-EB4655C173E2}"/>
              </a:ext>
            </a:extLst>
          </p:cNvPr>
          <p:cNvSpPr txBox="1"/>
          <p:nvPr/>
        </p:nvSpPr>
        <p:spPr>
          <a:xfrm>
            <a:off x="8221362" y="2302773"/>
            <a:ext cx="3424173" cy="307777"/>
          </a:xfrm>
          <a:prstGeom prst="rect">
            <a:avLst/>
          </a:prstGeom>
          <a:noFill/>
        </p:spPr>
        <p:txBody>
          <a:bodyPr wrap="square" rtlCol="0">
            <a:spAutoFit/>
          </a:bodyPr>
          <a:lstStyle/>
          <a:p>
            <a:r>
              <a:rPr lang="es-ES" sz="1400" dirty="0"/>
              <a:t>Gap= 0.8 </a:t>
            </a:r>
            <a:r>
              <a:rPr lang="es-ES" sz="1400" dirty="0" err="1"/>
              <a:t>um</a:t>
            </a:r>
            <a:r>
              <a:rPr lang="es-ES" sz="1400" dirty="0"/>
              <a:t>  </a:t>
            </a:r>
            <a:r>
              <a:rPr lang="es-ES" sz="1400" dirty="0" err="1"/>
              <a:t>Lpi</a:t>
            </a:r>
            <a:r>
              <a:rPr lang="es-ES" sz="1400" dirty="0"/>
              <a:t>=  173.96389977139225 µm</a:t>
            </a:r>
          </a:p>
        </p:txBody>
      </p:sp>
      <p:sp>
        <p:nvSpPr>
          <p:cNvPr id="52" name="CuadroTexto 51">
            <a:extLst>
              <a:ext uri="{FF2B5EF4-FFF2-40B4-BE49-F238E27FC236}">
                <a16:creationId xmlns:a16="http://schemas.microsoft.com/office/drawing/2014/main" id="{5D8A6278-D563-4E6A-AD75-E9BB61C030B1}"/>
              </a:ext>
            </a:extLst>
          </p:cNvPr>
          <p:cNvSpPr txBox="1"/>
          <p:nvPr/>
        </p:nvSpPr>
        <p:spPr>
          <a:xfrm>
            <a:off x="1167115" y="3466436"/>
            <a:ext cx="3424173" cy="307777"/>
          </a:xfrm>
          <a:prstGeom prst="rect">
            <a:avLst/>
          </a:prstGeom>
          <a:noFill/>
        </p:spPr>
        <p:txBody>
          <a:bodyPr wrap="square" rtlCol="0">
            <a:spAutoFit/>
          </a:bodyPr>
          <a:lstStyle/>
          <a:p>
            <a:r>
              <a:rPr lang="es-ES" sz="1400" dirty="0"/>
              <a:t>Gap= 0.9 </a:t>
            </a:r>
            <a:r>
              <a:rPr lang="es-ES" sz="1400" dirty="0" err="1"/>
              <a:t>um</a:t>
            </a:r>
            <a:r>
              <a:rPr lang="es-ES" sz="1400" dirty="0"/>
              <a:t>  </a:t>
            </a:r>
            <a:r>
              <a:rPr lang="es-ES" sz="1400" dirty="0" err="1"/>
              <a:t>Lpi</a:t>
            </a:r>
            <a:r>
              <a:rPr lang="es-ES" sz="1400" dirty="0"/>
              <a:t>=  235.77407047787594 µm</a:t>
            </a:r>
          </a:p>
        </p:txBody>
      </p:sp>
      <p:sp>
        <p:nvSpPr>
          <p:cNvPr id="53" name="CuadroTexto 52">
            <a:extLst>
              <a:ext uri="{FF2B5EF4-FFF2-40B4-BE49-F238E27FC236}">
                <a16:creationId xmlns:a16="http://schemas.microsoft.com/office/drawing/2014/main" id="{5EDD2A61-6C4D-458E-BACE-A5826C0B02D6}"/>
              </a:ext>
            </a:extLst>
          </p:cNvPr>
          <p:cNvSpPr txBox="1"/>
          <p:nvPr/>
        </p:nvSpPr>
        <p:spPr>
          <a:xfrm>
            <a:off x="4928568" y="3464836"/>
            <a:ext cx="3424173" cy="307777"/>
          </a:xfrm>
          <a:prstGeom prst="rect">
            <a:avLst/>
          </a:prstGeom>
          <a:noFill/>
        </p:spPr>
        <p:txBody>
          <a:bodyPr wrap="square" rtlCol="0">
            <a:spAutoFit/>
          </a:bodyPr>
          <a:lstStyle/>
          <a:p>
            <a:r>
              <a:rPr lang="es-ES" sz="1400" dirty="0"/>
              <a:t>Gap= 1 </a:t>
            </a:r>
            <a:r>
              <a:rPr lang="es-ES" sz="1400" dirty="0" err="1"/>
              <a:t>um</a:t>
            </a:r>
            <a:r>
              <a:rPr lang="es-ES" sz="1400" dirty="0"/>
              <a:t>  </a:t>
            </a:r>
            <a:r>
              <a:rPr lang="es-ES" sz="1400" dirty="0" err="1"/>
              <a:t>Lpi</a:t>
            </a:r>
            <a:r>
              <a:rPr lang="es-ES" sz="1400" dirty="0"/>
              <a:t>=  318.88415207666543 µm</a:t>
            </a:r>
          </a:p>
        </p:txBody>
      </p:sp>
      <p:sp>
        <p:nvSpPr>
          <p:cNvPr id="54" name="CuadroTexto 53">
            <a:extLst>
              <a:ext uri="{FF2B5EF4-FFF2-40B4-BE49-F238E27FC236}">
                <a16:creationId xmlns:a16="http://schemas.microsoft.com/office/drawing/2014/main" id="{5997FB38-6FFC-4E9F-BAF3-8963FC82BD7C}"/>
              </a:ext>
            </a:extLst>
          </p:cNvPr>
          <p:cNvSpPr txBox="1"/>
          <p:nvPr/>
        </p:nvSpPr>
        <p:spPr>
          <a:xfrm>
            <a:off x="8284603" y="3418162"/>
            <a:ext cx="3424173" cy="307777"/>
          </a:xfrm>
          <a:prstGeom prst="rect">
            <a:avLst/>
          </a:prstGeom>
          <a:noFill/>
        </p:spPr>
        <p:txBody>
          <a:bodyPr wrap="square" rtlCol="0">
            <a:spAutoFit/>
          </a:bodyPr>
          <a:lstStyle/>
          <a:p>
            <a:r>
              <a:rPr lang="es-ES" sz="1400" dirty="0"/>
              <a:t>Gap= 1.1 </a:t>
            </a:r>
            <a:r>
              <a:rPr lang="es-ES" sz="1400" dirty="0" err="1"/>
              <a:t>um</a:t>
            </a:r>
            <a:r>
              <a:rPr lang="es-ES" sz="1400" dirty="0"/>
              <a:t>  </a:t>
            </a:r>
            <a:r>
              <a:rPr lang="es-ES" sz="1400" dirty="0" err="1"/>
              <a:t>Lpi</a:t>
            </a:r>
            <a:r>
              <a:rPr lang="es-ES" sz="1400" dirty="0"/>
              <a:t>=  430.54761007638376 µm</a:t>
            </a:r>
          </a:p>
        </p:txBody>
      </p:sp>
      <p:sp>
        <p:nvSpPr>
          <p:cNvPr id="55" name="CuadroTexto 54">
            <a:extLst>
              <a:ext uri="{FF2B5EF4-FFF2-40B4-BE49-F238E27FC236}">
                <a16:creationId xmlns:a16="http://schemas.microsoft.com/office/drawing/2014/main" id="{C0C4CAFC-127D-4A82-BFB3-B48697EBEB77}"/>
              </a:ext>
            </a:extLst>
          </p:cNvPr>
          <p:cNvSpPr txBox="1"/>
          <p:nvPr/>
        </p:nvSpPr>
        <p:spPr>
          <a:xfrm>
            <a:off x="1180749" y="4506750"/>
            <a:ext cx="3424173" cy="307777"/>
          </a:xfrm>
          <a:prstGeom prst="rect">
            <a:avLst/>
          </a:prstGeom>
          <a:noFill/>
        </p:spPr>
        <p:txBody>
          <a:bodyPr wrap="square" rtlCol="0">
            <a:spAutoFit/>
          </a:bodyPr>
          <a:lstStyle/>
          <a:p>
            <a:r>
              <a:rPr lang="es-ES" sz="1400" dirty="0"/>
              <a:t>Gap= 1.2 </a:t>
            </a:r>
            <a:r>
              <a:rPr lang="es-ES" sz="1400" dirty="0" err="1"/>
              <a:t>um</a:t>
            </a:r>
            <a:r>
              <a:rPr lang="es-ES" sz="1400" dirty="0"/>
              <a:t>  </a:t>
            </a:r>
            <a:r>
              <a:rPr lang="es-ES" sz="1400" dirty="0" err="1"/>
              <a:t>Lpi</a:t>
            </a:r>
            <a:r>
              <a:rPr lang="es-ES" sz="1400" dirty="0"/>
              <a:t>=  580.4293623072576 µm</a:t>
            </a:r>
          </a:p>
        </p:txBody>
      </p:sp>
      <p:sp>
        <p:nvSpPr>
          <p:cNvPr id="56" name="CuadroTexto 55">
            <a:extLst>
              <a:ext uri="{FF2B5EF4-FFF2-40B4-BE49-F238E27FC236}">
                <a16:creationId xmlns:a16="http://schemas.microsoft.com/office/drawing/2014/main" id="{8F566286-7807-4457-B12B-27A9AE34A862}"/>
              </a:ext>
            </a:extLst>
          </p:cNvPr>
          <p:cNvSpPr txBox="1"/>
          <p:nvPr/>
        </p:nvSpPr>
        <p:spPr>
          <a:xfrm>
            <a:off x="4991273" y="4502479"/>
            <a:ext cx="3424173" cy="307777"/>
          </a:xfrm>
          <a:prstGeom prst="rect">
            <a:avLst/>
          </a:prstGeom>
          <a:noFill/>
        </p:spPr>
        <p:txBody>
          <a:bodyPr wrap="square" rtlCol="0">
            <a:spAutoFit/>
          </a:bodyPr>
          <a:lstStyle/>
          <a:p>
            <a:r>
              <a:rPr lang="es-ES" sz="1400" dirty="0"/>
              <a:t>Gap= 1.3 </a:t>
            </a:r>
            <a:r>
              <a:rPr lang="es-ES" sz="1400" dirty="0" err="1"/>
              <a:t>um</a:t>
            </a:r>
            <a:r>
              <a:rPr lang="es-ES" sz="1400" dirty="0"/>
              <a:t>  </a:t>
            </a:r>
            <a:r>
              <a:rPr lang="es-ES" sz="1400" dirty="0" err="1"/>
              <a:t>Lpi</a:t>
            </a:r>
            <a:r>
              <a:rPr lang="es-ES" sz="1400" dirty="0"/>
              <a:t>=  781.3901391727065 µm</a:t>
            </a:r>
          </a:p>
        </p:txBody>
      </p:sp>
      <p:sp>
        <p:nvSpPr>
          <p:cNvPr id="57" name="CuadroTexto 56">
            <a:extLst>
              <a:ext uri="{FF2B5EF4-FFF2-40B4-BE49-F238E27FC236}">
                <a16:creationId xmlns:a16="http://schemas.microsoft.com/office/drawing/2014/main" id="{E94BEE07-A819-4272-B015-1656B7169055}"/>
              </a:ext>
            </a:extLst>
          </p:cNvPr>
          <p:cNvSpPr txBox="1"/>
          <p:nvPr/>
        </p:nvSpPr>
        <p:spPr>
          <a:xfrm>
            <a:off x="8352741" y="4500870"/>
            <a:ext cx="3424173" cy="307777"/>
          </a:xfrm>
          <a:prstGeom prst="rect">
            <a:avLst/>
          </a:prstGeom>
          <a:noFill/>
        </p:spPr>
        <p:txBody>
          <a:bodyPr wrap="square" rtlCol="0">
            <a:spAutoFit/>
          </a:bodyPr>
          <a:lstStyle/>
          <a:p>
            <a:r>
              <a:rPr lang="es-ES" sz="1400" dirty="0"/>
              <a:t>Gap= 1.4 </a:t>
            </a:r>
            <a:r>
              <a:rPr lang="es-ES" sz="1400" dirty="0" err="1"/>
              <a:t>um</a:t>
            </a:r>
            <a:r>
              <a:rPr lang="es-ES" sz="1400" dirty="0"/>
              <a:t>  </a:t>
            </a:r>
            <a:r>
              <a:rPr lang="es-ES" sz="1400" dirty="0" err="1"/>
              <a:t>Lpi</a:t>
            </a:r>
            <a:r>
              <a:rPr lang="es-ES" sz="1400" dirty="0"/>
              <a:t>=  1050.478684859016 µm</a:t>
            </a:r>
          </a:p>
        </p:txBody>
      </p:sp>
      <p:sp>
        <p:nvSpPr>
          <p:cNvPr id="58" name="CuadroTexto 57">
            <a:extLst>
              <a:ext uri="{FF2B5EF4-FFF2-40B4-BE49-F238E27FC236}">
                <a16:creationId xmlns:a16="http://schemas.microsoft.com/office/drawing/2014/main" id="{A566618E-3B5C-4FD6-B062-2DD297D2B4FF}"/>
              </a:ext>
            </a:extLst>
          </p:cNvPr>
          <p:cNvSpPr txBox="1"/>
          <p:nvPr/>
        </p:nvSpPr>
        <p:spPr>
          <a:xfrm>
            <a:off x="1234791" y="5395453"/>
            <a:ext cx="3424173" cy="307777"/>
          </a:xfrm>
          <a:prstGeom prst="rect">
            <a:avLst/>
          </a:prstGeom>
          <a:noFill/>
        </p:spPr>
        <p:txBody>
          <a:bodyPr wrap="square" rtlCol="0">
            <a:spAutoFit/>
          </a:bodyPr>
          <a:lstStyle/>
          <a:p>
            <a:r>
              <a:rPr lang="es-ES" sz="1400" dirty="0"/>
              <a:t>Gap= 1.5 </a:t>
            </a:r>
            <a:r>
              <a:rPr lang="es-ES" sz="1400" dirty="0" err="1"/>
              <a:t>um</a:t>
            </a:r>
            <a:r>
              <a:rPr lang="es-ES" sz="1400" dirty="0"/>
              <a:t>  </a:t>
            </a:r>
            <a:r>
              <a:rPr lang="es-ES" sz="1400" dirty="0" err="1"/>
              <a:t>Lpi</a:t>
            </a:r>
            <a:r>
              <a:rPr lang="es-ES" sz="1400" dirty="0"/>
              <a:t>=  1410.6607123685528 µm</a:t>
            </a:r>
          </a:p>
        </p:txBody>
      </p:sp>
      <p:sp>
        <p:nvSpPr>
          <p:cNvPr id="59" name="CuadroTexto 58">
            <a:extLst>
              <a:ext uri="{FF2B5EF4-FFF2-40B4-BE49-F238E27FC236}">
                <a16:creationId xmlns:a16="http://schemas.microsoft.com/office/drawing/2014/main" id="{0A4BDF8D-604B-4C83-880B-6A6AC06B8B98}"/>
              </a:ext>
            </a:extLst>
          </p:cNvPr>
          <p:cNvSpPr txBox="1"/>
          <p:nvPr/>
        </p:nvSpPr>
        <p:spPr>
          <a:xfrm>
            <a:off x="5087239" y="5406947"/>
            <a:ext cx="3424173" cy="307777"/>
          </a:xfrm>
          <a:prstGeom prst="rect">
            <a:avLst/>
          </a:prstGeom>
          <a:noFill/>
        </p:spPr>
        <p:txBody>
          <a:bodyPr wrap="square" rtlCol="0">
            <a:spAutoFit/>
          </a:bodyPr>
          <a:lstStyle/>
          <a:p>
            <a:r>
              <a:rPr lang="es-ES" sz="1400" dirty="0"/>
              <a:t>Gap= 1.6 </a:t>
            </a:r>
            <a:r>
              <a:rPr lang="es-ES" sz="1400" dirty="0" err="1"/>
              <a:t>um</a:t>
            </a:r>
            <a:r>
              <a:rPr lang="es-ES" sz="1400" dirty="0"/>
              <a:t>  </a:t>
            </a:r>
            <a:r>
              <a:rPr lang="es-ES" sz="1400" dirty="0" err="1"/>
              <a:t>Lpi</a:t>
            </a:r>
            <a:r>
              <a:rPr lang="es-ES" sz="1400" dirty="0"/>
              <a:t>=  1892.4674124101916 µm</a:t>
            </a:r>
          </a:p>
        </p:txBody>
      </p:sp>
    </p:spTree>
    <p:extLst>
      <p:ext uri="{BB962C8B-B14F-4D97-AF65-F5344CB8AC3E}">
        <p14:creationId xmlns:p14="http://schemas.microsoft.com/office/powerpoint/2010/main" val="15583268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E9286C7C-2D83-4FB4-ACFB-3511F42CB4D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69B0F8DE-DF38-4036-A7DE-1094677A27DD}"/>
              </a:ext>
            </a:extLst>
          </p:cNvPr>
          <p:cNvSpPr>
            <a:spLocks noGrp="1"/>
          </p:cNvSpPr>
          <p:nvPr>
            <p:ph type="sldNum" sz="quarter" idx="7"/>
          </p:nvPr>
        </p:nvSpPr>
        <p:spPr/>
        <p:txBody>
          <a:bodyPr/>
          <a:lstStyle/>
          <a:p>
            <a:fld id="{B6F15528-21DE-4FAA-801E-634DDDAF4B2B}" type="slidenum">
              <a:rPr lang="es-ES" smtClean="0"/>
              <a:t>6</a:t>
            </a:fld>
            <a:endParaRPr lang="es-ES"/>
          </a:p>
        </p:txBody>
      </p:sp>
      <p:sp>
        <p:nvSpPr>
          <p:cNvPr id="6" name="CuadroTexto 5">
            <a:extLst>
              <a:ext uri="{FF2B5EF4-FFF2-40B4-BE49-F238E27FC236}">
                <a16:creationId xmlns:a16="http://schemas.microsoft.com/office/drawing/2014/main" id="{0BA00740-5654-401D-A2CB-2A129F2C6786}"/>
              </a:ext>
            </a:extLst>
          </p:cNvPr>
          <p:cNvSpPr txBox="1"/>
          <p:nvPr/>
        </p:nvSpPr>
        <p:spPr>
          <a:xfrm>
            <a:off x="6606920" y="1524000"/>
            <a:ext cx="4574428"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(Coupling relationship, </a:t>
            </a:r>
            <a:r>
              <a:rPr lang="en-US" sz="1200" dirty="0" err="1">
                <a:latin typeface="Arial" panose="020B0604020202020204" pitchFamily="34" charset="0"/>
                <a:cs typeface="Arial" panose="020B0604020202020204" pitchFamily="34" charset="0"/>
              </a:rPr>
              <a:t>Lpi</a:t>
            </a:r>
            <a:r>
              <a:rPr lang="en-US" sz="1200" dirty="0">
                <a:latin typeface="Arial" panose="020B0604020202020204" pitchFamily="34" charset="0"/>
                <a:cs typeface="Arial" panose="020B0604020202020204" pitchFamily="34" charset="0"/>
              </a:rPr>
              <a:t>, losses, … )</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pic>
        <p:nvPicPr>
          <p:cNvPr id="3" name="Imagen 2">
            <a:extLst>
              <a:ext uri="{FF2B5EF4-FFF2-40B4-BE49-F238E27FC236}">
                <a16:creationId xmlns:a16="http://schemas.microsoft.com/office/drawing/2014/main" id="{2B1C0EA2-0558-46F7-8D9F-A852DE17F306}"/>
              </a:ext>
            </a:extLst>
          </p:cNvPr>
          <p:cNvPicPr>
            <a:picLocks noChangeAspect="1"/>
          </p:cNvPicPr>
          <p:nvPr/>
        </p:nvPicPr>
        <p:blipFill>
          <a:blip r:embed="rId2"/>
          <a:stretch>
            <a:fillRect/>
          </a:stretch>
        </p:blipFill>
        <p:spPr>
          <a:xfrm>
            <a:off x="633663" y="1295400"/>
            <a:ext cx="4951420" cy="3876496"/>
          </a:xfrm>
          <a:prstGeom prst="rect">
            <a:avLst/>
          </a:prstGeom>
        </p:spPr>
      </p:pic>
    </p:spTree>
    <p:extLst>
      <p:ext uri="{BB962C8B-B14F-4D97-AF65-F5344CB8AC3E}">
        <p14:creationId xmlns:p14="http://schemas.microsoft.com/office/powerpoint/2010/main" val="12712438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#3 – Parallel uncoupled waveguides</a:t>
            </a:r>
            <a:br>
              <a:rPr lang="en-US" sz="2500" spc="-5" dirty="0">
                <a:latin typeface="+mj-lt"/>
                <a:cs typeface="Lucida Sans"/>
              </a:rPr>
            </a:br>
            <a:r>
              <a:rPr lang="en-US" b="0" dirty="0"/>
              <a:t>Wavelength 1.55 µm, width 1.0 µm, gap to be found for uncoupled </a:t>
            </a:r>
            <a:r>
              <a:rPr lang="en-US" b="0" dirty="0" err="1"/>
              <a:t>wvgs</a:t>
            </a:r>
            <a:endParaRPr lang="en-US" sz="2500" b="0" dirty="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7</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CA5F0FDF-2A95-453B-4ECA-AEB637FF2694}"/>
              </a:ext>
            </a:extLst>
          </p:cNvPr>
          <p:cNvSpPr txBox="1"/>
          <p:nvPr/>
        </p:nvSpPr>
        <p:spPr>
          <a:xfrm>
            <a:off x="609441" y="4627196"/>
            <a:ext cx="11199971" cy="2123658"/>
          </a:xfrm>
          <a:prstGeom prst="rect">
            <a:avLst/>
          </a:prstGeom>
          <a:solidFill>
            <a:schemeClr val="bg1">
              <a:lumMod val="95000"/>
            </a:schemeClr>
          </a:solidFill>
          <a:ln w="28575">
            <a:solidFill>
              <a:srgbClr val="E0700D"/>
            </a:solidFill>
          </a:ln>
        </p:spPr>
        <p:txBody>
          <a:bodyPr wrap="square" rtlCol="0">
            <a:spAutoFit/>
          </a:bodyPr>
          <a:lstStyle/>
          <a:p>
            <a:pPr algn="just"/>
            <a:r>
              <a:rPr lang="en-US" sz="1200" b="1" dirty="0">
                <a:latin typeface="Arial" panose="020B0604020202020204" pitchFamily="34" charset="0"/>
                <a:cs typeface="Arial" panose="020B0604020202020204" pitchFamily="34" charset="0"/>
              </a:rPr>
              <a:t>Hints:</a:t>
            </a:r>
          </a:p>
          <a:p>
            <a:pPr algn="just"/>
            <a:r>
              <a:rPr lang="en-US" sz="1200" dirty="0">
                <a:latin typeface="Arial" panose="020B0604020202020204" pitchFamily="34" charset="0"/>
                <a:cs typeface="Arial" panose="020B0604020202020204" pitchFamily="34" charset="0"/>
              </a:rPr>
              <a:t>All waveguides running in parallel are coupled somehow. Controlling the degree of coupling is key for those waveguides you don’t want coupling over certain level (i.e. uncoupled waveguides). Uncoupled waveguide definition, we will use K&lt;0.01. Parallel waveguide length = 10 mm (typical length of a chip). Find minimum gap shallow / deep w=1.0µm </a:t>
            </a:r>
            <a:r>
              <a:rPr lang="en-US" sz="1200" dirty="0" err="1">
                <a:latin typeface="Arial" panose="020B0604020202020204" pitchFamily="34" charset="0"/>
                <a:cs typeface="Arial" panose="020B0604020202020204" pitchFamily="34" charset="0"/>
              </a:rPr>
              <a:t>wvl</a:t>
            </a:r>
            <a:r>
              <a:rPr lang="en-US" sz="1200" dirty="0">
                <a:latin typeface="Arial" panose="020B0604020202020204" pitchFamily="34" charset="0"/>
                <a:cs typeface="Arial" panose="020B0604020202020204" pitchFamily="34" charset="0"/>
              </a:rPr>
              <a:t> 1.55 µm.</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FB4B77A0-B37C-3130-FB52-4E560C66946F}"/>
              </a:ext>
            </a:extLst>
          </p:cNvPr>
          <p:cNvSpPr/>
          <p:nvPr/>
        </p:nvSpPr>
        <p:spPr>
          <a:xfrm>
            <a:off x="609441" y="12192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DA7ECAA3-0876-C0FB-D7E5-448FCC5ED226}"/>
              </a:ext>
            </a:extLst>
          </p:cNvPr>
          <p:cNvSpPr/>
          <p:nvPr/>
        </p:nvSpPr>
        <p:spPr>
          <a:xfrm>
            <a:off x="6321424" y="12192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C1467207-8D05-D4C6-EBD2-209F796AE977}"/>
                  </a:ext>
                </a:extLst>
              </p:cNvPr>
              <p:cNvSpPr txBox="1"/>
              <p:nvPr/>
            </p:nvSpPr>
            <p:spPr>
              <a:xfrm>
                <a:off x="1079403" y="2480496"/>
                <a:ext cx="4546634" cy="1477328"/>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r>
                      <a:rPr lang="es-ES" b="0" i="1" smtClean="0">
                        <a:latin typeface="Cambria Math" panose="02040503050406030204" pitchFamily="18" charset="0"/>
                      </a:rPr>
                      <m:t>𝐾</m:t>
                    </m:r>
                  </m:oMath>
                </a14:m>
                <a:r>
                  <a:rPr lang="en-US" dirty="0"/>
                  <a:t> vs gap for 10 mm </a:t>
                </a:r>
                <a:r>
                  <a:rPr lang="en-US" dirty="0" err="1"/>
                  <a:t>wvgs</a:t>
                </a:r>
                <a:r>
                  <a:rPr lang="en-US" dirty="0"/>
                  <a:t> to be uncoupled</a:t>
                </a:r>
              </a:p>
              <a:p>
                <a:pPr algn="ctr"/>
                <a:endParaRPr lang="en-US" dirty="0"/>
              </a:p>
            </p:txBody>
          </p:sp>
        </mc:Choice>
        <mc:Fallback xmlns="">
          <p:sp>
            <p:nvSpPr>
              <p:cNvPr id="9" name="CuadroTexto 8">
                <a:extLst>
                  <a:ext uri="{FF2B5EF4-FFF2-40B4-BE49-F238E27FC236}">
                    <a16:creationId xmlns:a16="http://schemas.microsoft.com/office/drawing/2014/main" id="{C1467207-8D05-D4C6-EBD2-209F796AE977}"/>
                  </a:ext>
                </a:extLst>
              </p:cNvPr>
              <p:cNvSpPr txBox="1">
                <a:spLocks noRot="1" noChangeAspect="1" noMove="1" noResize="1" noEditPoints="1" noAdjustHandles="1" noChangeArrowheads="1" noChangeShapeType="1" noTextEdit="1"/>
              </p:cNvSpPr>
              <p:nvPr/>
            </p:nvSpPr>
            <p:spPr>
              <a:xfrm>
                <a:off x="1079403" y="2480496"/>
                <a:ext cx="4546634" cy="1477328"/>
              </a:xfrm>
              <a:prstGeom prst="rect">
                <a:avLst/>
              </a:prstGeom>
              <a:blipFill>
                <a:blip r:embed="rId5"/>
                <a:stretch>
                  <a:fillRect t="-2479"/>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32E39C0C-95E1-ED90-891A-5D634D9DB76B}"/>
                  </a:ext>
                </a:extLst>
              </p:cNvPr>
              <p:cNvSpPr txBox="1"/>
              <p:nvPr/>
            </p:nvSpPr>
            <p:spPr>
              <a:xfrm>
                <a:off x="6883366" y="2480496"/>
                <a:ext cx="4546634" cy="1200329"/>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r>
                      <a:rPr lang="es-ES" i="1">
                        <a:latin typeface="Cambria Math" panose="02040503050406030204" pitchFamily="18" charset="0"/>
                      </a:rPr>
                      <m:t>𝐾</m:t>
                    </m:r>
                  </m:oMath>
                </a14:m>
                <a:r>
                  <a:rPr lang="en-US" dirty="0"/>
                  <a:t> vs gap for 10 mm </a:t>
                </a:r>
                <a:r>
                  <a:rPr lang="en-US" dirty="0" err="1"/>
                  <a:t>wvgs</a:t>
                </a:r>
                <a:r>
                  <a:rPr lang="en-US" dirty="0"/>
                  <a:t> to be uncoupled</a:t>
                </a:r>
              </a:p>
            </p:txBody>
          </p:sp>
        </mc:Choice>
        <mc:Fallback xmlns="">
          <p:sp>
            <p:nvSpPr>
              <p:cNvPr id="10" name="CuadroTexto 9">
                <a:extLst>
                  <a:ext uri="{FF2B5EF4-FFF2-40B4-BE49-F238E27FC236}">
                    <a16:creationId xmlns:a16="http://schemas.microsoft.com/office/drawing/2014/main" id="{32E39C0C-95E1-ED90-891A-5D634D9DB76B}"/>
                  </a:ext>
                </a:extLst>
              </p:cNvPr>
              <p:cNvSpPr txBox="1">
                <a:spLocks noRot="1" noChangeAspect="1" noMove="1" noResize="1" noEditPoints="1" noAdjustHandles="1" noChangeArrowheads="1" noChangeShapeType="1" noTextEdit="1"/>
              </p:cNvSpPr>
              <p:nvPr/>
            </p:nvSpPr>
            <p:spPr>
              <a:xfrm>
                <a:off x="6883366" y="2480496"/>
                <a:ext cx="4546634" cy="1200329"/>
              </a:xfrm>
              <a:prstGeom prst="rect">
                <a:avLst/>
              </a:prstGeom>
              <a:blipFill>
                <a:blip r:embed="rId6"/>
                <a:stretch>
                  <a:fillRect t="-3046" b="-7107"/>
                </a:stretch>
              </a:blipFill>
            </p:spPr>
            <p:txBody>
              <a:bodyPr/>
              <a:lstStyle/>
              <a:p>
                <a:r>
                  <a:rPr lang="es-ES">
                    <a:noFill/>
                  </a:rPr>
                  <a:t> </a:t>
                </a:r>
              </a:p>
            </p:txBody>
          </p:sp>
        </mc:Fallback>
      </mc:AlternateContent>
      <p:pic>
        <p:nvPicPr>
          <p:cNvPr id="7" name="Imagen 6">
            <a:extLst>
              <a:ext uri="{FF2B5EF4-FFF2-40B4-BE49-F238E27FC236}">
                <a16:creationId xmlns:a16="http://schemas.microsoft.com/office/drawing/2014/main" id="{3A7370DC-3FF3-4BF9-8946-25BB179D6F9B}"/>
              </a:ext>
            </a:extLst>
          </p:cNvPr>
          <p:cNvPicPr>
            <a:picLocks noChangeAspect="1"/>
          </p:cNvPicPr>
          <p:nvPr/>
        </p:nvPicPr>
        <p:blipFill>
          <a:blip r:embed="rId7"/>
          <a:stretch>
            <a:fillRect/>
          </a:stretch>
        </p:blipFill>
        <p:spPr>
          <a:xfrm>
            <a:off x="830535" y="1438667"/>
            <a:ext cx="5044369" cy="2802427"/>
          </a:xfrm>
          <a:prstGeom prst="rect">
            <a:avLst/>
          </a:prstGeom>
        </p:spPr>
      </p:pic>
    </p:spTree>
    <p:extLst>
      <p:ext uri="{BB962C8B-B14F-4D97-AF65-F5344CB8AC3E}">
        <p14:creationId xmlns:p14="http://schemas.microsoft.com/office/powerpoint/2010/main" val="37123560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D4982-2E99-3EE0-CEBE-CEF54821C335}"/>
            </a:ext>
          </a:extLst>
        </p:cNvPr>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A60D29C4-F13C-8947-EF1D-2CBDDD14AC5C}"/>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28A4EFD1-1AF6-F17D-1B27-5115800F99B0}"/>
              </a:ext>
            </a:extLst>
          </p:cNvPr>
          <p:cNvSpPr>
            <a:spLocks noGrp="1"/>
          </p:cNvSpPr>
          <p:nvPr>
            <p:ph type="sldNum" sz="quarter" idx="7"/>
          </p:nvPr>
        </p:nvSpPr>
        <p:spPr/>
        <p:txBody>
          <a:bodyPr/>
          <a:lstStyle/>
          <a:p>
            <a:fld id="{B6F15528-21DE-4FAA-801E-634DDDAF4B2B}" type="slidenum">
              <a:rPr lang="es-ES" smtClean="0"/>
              <a:t>8</a:t>
            </a:fld>
            <a:endParaRPr lang="es-ES"/>
          </a:p>
        </p:txBody>
      </p:sp>
      <p:sp>
        <p:nvSpPr>
          <p:cNvPr id="6" name="Título 4">
            <a:extLst>
              <a:ext uri="{FF2B5EF4-FFF2-40B4-BE49-F238E27FC236}">
                <a16:creationId xmlns:a16="http://schemas.microsoft.com/office/drawing/2014/main" id="{8111062F-F9A0-241E-6CCB-6E8BE4D8C60A}"/>
              </a:ext>
            </a:extLst>
          </p:cNvPr>
          <p:cNvSpPr>
            <a:spLocks noGrp="1"/>
          </p:cNvSpPr>
          <p:nvPr>
            <p:ph type="body" idx="1"/>
          </p:nvPr>
        </p:nvSpPr>
        <p:spPr>
          <a:xfrm>
            <a:off x="609600" y="2152650"/>
            <a:ext cx="10972800" cy="430887"/>
          </a:xfrm>
        </p:spPr>
        <p:txBody>
          <a:bodyPr/>
          <a:lstStyle/>
          <a:p>
            <a:pPr algn="ctr"/>
            <a:r>
              <a:rPr lang="en-US" sz="2800" b="1" dirty="0">
                <a:effectLst>
                  <a:outerShdw blurRad="38100" dist="38100" dir="2700000" algn="tl">
                    <a:srgbClr val="000000">
                      <a:alpha val="43137"/>
                    </a:srgbClr>
                  </a:outerShdw>
                </a:effectLst>
              </a:rPr>
              <a:t>Multimode Interferometer (MMI) Coupler</a:t>
            </a:r>
          </a:p>
        </p:txBody>
      </p:sp>
    </p:spTree>
    <p:extLst>
      <p:ext uri="{BB962C8B-B14F-4D97-AF65-F5344CB8AC3E}">
        <p14:creationId xmlns:p14="http://schemas.microsoft.com/office/powerpoint/2010/main" val="38733189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F7C0E-2677-BADF-D636-6F9B71E665F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2B8D44BF-A3B5-6BED-C39C-FA8260E83536}"/>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#4 – 4.1 2x2 Multimode Interference Coupler </a:t>
            </a:r>
            <a:br>
              <a:rPr lang="en-US" sz="2500" dirty="0"/>
            </a:br>
            <a:r>
              <a:rPr lang="en-US" b="0" dirty="0"/>
              <a:t>Wavelength 1.55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5DFCF1AD-6B06-F914-AC0B-80F0ED838EF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A656CCE-66E0-EAE0-5C63-DF1315DF6299}"/>
              </a:ext>
            </a:extLst>
          </p:cNvPr>
          <p:cNvSpPr>
            <a:spLocks noGrp="1"/>
          </p:cNvSpPr>
          <p:nvPr>
            <p:ph type="sldNum" sz="quarter" idx="7"/>
          </p:nvPr>
        </p:nvSpPr>
        <p:spPr/>
        <p:txBody>
          <a:bodyPr/>
          <a:lstStyle/>
          <a:p>
            <a:fld id="{B6F15528-21DE-4FAA-801E-634DDDAF4B2B}" type="slidenum">
              <a:rPr lang="es-ES" smtClean="0"/>
              <a:t>9</a:t>
            </a:fld>
            <a:endParaRPr lang="es-ES"/>
          </a:p>
        </p:txBody>
      </p:sp>
      <p:sp>
        <p:nvSpPr>
          <p:cNvPr id="3" name="Marcador de pie de página 2">
            <a:extLst>
              <a:ext uri="{FF2B5EF4-FFF2-40B4-BE49-F238E27FC236}">
                <a16:creationId xmlns:a16="http://schemas.microsoft.com/office/drawing/2014/main" id="{D3AB6581-C493-80EB-A67F-5289454DAA28}"/>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B5029729-ADF3-3B30-4FF9-83BE1DB82BD7}"/>
              </a:ext>
            </a:extLst>
          </p:cNvPr>
          <p:cNvSpPr txBox="1"/>
          <p:nvPr/>
        </p:nvSpPr>
        <p:spPr>
          <a:xfrm>
            <a:off x="609441" y="4819471"/>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(Coupling relationship, </a:t>
            </a:r>
            <a:r>
              <a:rPr lang="en-US" sz="1200" dirty="0" err="1">
                <a:latin typeface="Arial" panose="020B0604020202020204" pitchFamily="34" charset="0"/>
                <a:cs typeface="Arial" panose="020B0604020202020204" pitchFamily="34" charset="0"/>
              </a:rPr>
              <a:t>Lpi</a:t>
            </a:r>
            <a:r>
              <a:rPr lang="en-US" sz="1200" dirty="0">
                <a:latin typeface="Arial" panose="020B0604020202020204" pitchFamily="34" charset="0"/>
                <a:cs typeface="Arial" panose="020B0604020202020204" pitchFamily="34" charset="0"/>
              </a:rPr>
              <a:t>,  losses, comparison with Directional Coupler… )</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98DE5FDA-4E91-E843-E84A-1467BFAA9986}"/>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A82ABC21-6345-43FA-BEB3-EA812D4912B8}"/>
              </a:ext>
            </a:extLst>
          </p:cNvPr>
          <p:cNvPicPr>
            <a:picLocks noChangeAspect="1"/>
          </p:cNvPicPr>
          <p:nvPr/>
        </p:nvPicPr>
        <p:blipFill>
          <a:blip r:embed="rId5"/>
          <a:stretch>
            <a:fillRect/>
          </a:stretch>
        </p:blipFill>
        <p:spPr>
          <a:xfrm>
            <a:off x="1513197" y="1551461"/>
            <a:ext cx="4710192" cy="1942433"/>
          </a:xfrm>
          <a:prstGeom prst="rect">
            <a:avLst/>
          </a:prstGeom>
        </p:spPr>
      </p:pic>
      <p:pic>
        <p:nvPicPr>
          <p:cNvPr id="9" name="Imagen 8">
            <a:extLst>
              <a:ext uri="{FF2B5EF4-FFF2-40B4-BE49-F238E27FC236}">
                <a16:creationId xmlns:a16="http://schemas.microsoft.com/office/drawing/2014/main" id="{650F9BE6-BA0B-49C2-B0DA-E782C2113994}"/>
              </a:ext>
            </a:extLst>
          </p:cNvPr>
          <p:cNvPicPr>
            <a:picLocks noChangeAspect="1"/>
          </p:cNvPicPr>
          <p:nvPr/>
        </p:nvPicPr>
        <p:blipFill>
          <a:blip r:embed="rId6"/>
          <a:stretch>
            <a:fillRect/>
          </a:stretch>
        </p:blipFill>
        <p:spPr>
          <a:xfrm>
            <a:off x="7010399" y="1551462"/>
            <a:ext cx="2649093" cy="1829316"/>
          </a:xfrm>
          <a:prstGeom prst="rect">
            <a:avLst/>
          </a:prstGeom>
        </p:spPr>
      </p:pic>
      <p:graphicFrame>
        <p:nvGraphicFramePr>
          <p:cNvPr id="13" name="Tabla 6">
            <a:extLst>
              <a:ext uri="{FF2B5EF4-FFF2-40B4-BE49-F238E27FC236}">
                <a16:creationId xmlns:a16="http://schemas.microsoft.com/office/drawing/2014/main" id="{33E6EDA4-806A-41FE-8831-77BB025CF70E}"/>
              </a:ext>
            </a:extLst>
          </p:cNvPr>
          <p:cNvGraphicFramePr>
            <a:graphicFrameLocks noGrp="1"/>
          </p:cNvGraphicFramePr>
          <p:nvPr>
            <p:extLst>
              <p:ext uri="{D42A27DB-BD31-4B8C-83A1-F6EECF244321}">
                <p14:modId xmlns:p14="http://schemas.microsoft.com/office/powerpoint/2010/main" val="1064967748"/>
              </p:ext>
            </p:extLst>
          </p:nvPr>
        </p:nvGraphicFramePr>
        <p:xfrm>
          <a:off x="1981200" y="3650912"/>
          <a:ext cx="6784766" cy="784993"/>
        </p:xfrm>
        <a:graphic>
          <a:graphicData uri="http://schemas.openxmlformats.org/drawingml/2006/table">
            <a:tbl>
              <a:tblPr firstRow="1" bandRow="1">
                <a:tableStyleId>{5C22544A-7EE6-4342-B048-85BDC9FD1C3A}</a:tableStyleId>
              </a:tblPr>
              <a:tblGrid>
                <a:gridCol w="2821982">
                  <a:extLst>
                    <a:ext uri="{9D8B030D-6E8A-4147-A177-3AD203B41FA5}">
                      <a16:colId xmlns:a16="http://schemas.microsoft.com/office/drawing/2014/main" val="1794412849"/>
                    </a:ext>
                  </a:extLst>
                </a:gridCol>
                <a:gridCol w="1729215">
                  <a:extLst>
                    <a:ext uri="{9D8B030D-6E8A-4147-A177-3AD203B41FA5}">
                      <a16:colId xmlns:a16="http://schemas.microsoft.com/office/drawing/2014/main" val="2945410550"/>
                    </a:ext>
                  </a:extLst>
                </a:gridCol>
                <a:gridCol w="2233569">
                  <a:extLst>
                    <a:ext uri="{9D8B030D-6E8A-4147-A177-3AD203B41FA5}">
                      <a16:colId xmlns:a16="http://schemas.microsoft.com/office/drawing/2014/main" val="3998529583"/>
                    </a:ext>
                  </a:extLst>
                </a:gridCol>
              </a:tblGrid>
              <a:tr h="399076">
                <a:tc>
                  <a:txBody>
                    <a:bodyPr/>
                    <a:lstStyle/>
                    <a:p>
                      <a:r>
                        <a:rPr lang="es-ES" dirty="0"/>
                        <a:t>I/O </a:t>
                      </a:r>
                      <a:r>
                        <a:rPr lang="es-ES" dirty="0" err="1"/>
                        <a:t>waveguide</a:t>
                      </a:r>
                      <a:r>
                        <a:rPr lang="es-ES" dirty="0"/>
                        <a:t> </a:t>
                      </a:r>
                      <a:r>
                        <a:rPr lang="es-ES" dirty="0" err="1"/>
                        <a:t>width</a:t>
                      </a:r>
                      <a:r>
                        <a:rPr lang="es-ES" dirty="0"/>
                        <a:t> (</a:t>
                      </a:r>
                      <a:r>
                        <a:rPr lang="es-ES" dirty="0" err="1"/>
                        <a:t>um</a:t>
                      </a:r>
                      <a:r>
                        <a:rPr lang="es-ES" dirty="0"/>
                        <a:t>)</a:t>
                      </a:r>
                    </a:p>
                  </a:txBody>
                  <a:tcPr/>
                </a:tc>
                <a:tc>
                  <a:txBody>
                    <a:bodyPr/>
                    <a:lstStyle/>
                    <a:p>
                      <a:r>
                        <a:rPr lang="es-ES" dirty="0" err="1"/>
                        <a:t>Excess</a:t>
                      </a:r>
                      <a:r>
                        <a:rPr lang="es-ES" dirty="0"/>
                        <a:t> </a:t>
                      </a:r>
                      <a:r>
                        <a:rPr lang="es-ES" dirty="0" err="1"/>
                        <a:t>Loss</a:t>
                      </a:r>
                      <a:r>
                        <a:rPr lang="es-ES" dirty="0"/>
                        <a:t> [dB]</a:t>
                      </a:r>
                    </a:p>
                  </a:txBody>
                  <a:tcPr/>
                </a:tc>
                <a:tc>
                  <a:txBody>
                    <a:bodyPr/>
                    <a:lstStyle/>
                    <a:p>
                      <a:r>
                        <a:rPr lang="es-ES" b="1" i="0" dirty="0">
                          <a:solidFill>
                            <a:schemeClr val="lt1"/>
                          </a:solidFill>
                          <a:effectLst/>
                          <a:latin typeface="+mn-lt"/>
                          <a:ea typeface="+mn-ea"/>
                          <a:cs typeface="+mn-cs"/>
                        </a:rPr>
                        <a:t>Ratio </a:t>
                      </a:r>
                      <a:r>
                        <a:rPr lang="es-ES" b="1" i="0" dirty="0" err="1">
                          <a:solidFill>
                            <a:schemeClr val="lt1"/>
                          </a:solidFill>
                          <a:effectLst/>
                          <a:latin typeface="+mn-lt"/>
                          <a:ea typeface="+mn-ea"/>
                          <a:cs typeface="+mn-cs"/>
                        </a:rPr>
                        <a:t>over</a:t>
                      </a:r>
                      <a:r>
                        <a:rPr lang="es-ES" b="1" i="0" dirty="0">
                          <a:solidFill>
                            <a:schemeClr val="lt1"/>
                          </a:solidFill>
                          <a:effectLst/>
                          <a:latin typeface="+mn-lt"/>
                          <a:ea typeface="+mn-ea"/>
                          <a:cs typeface="+mn-cs"/>
                        </a:rPr>
                        <a:t> </a:t>
                      </a:r>
                      <a:r>
                        <a:rPr lang="es-ES" b="1" i="0" dirty="0" err="1">
                          <a:solidFill>
                            <a:schemeClr val="lt1"/>
                          </a:solidFill>
                          <a:effectLst/>
                          <a:latin typeface="+mn-lt"/>
                          <a:ea typeface="+mn-ea"/>
                          <a:cs typeface="+mn-cs"/>
                        </a:rPr>
                        <a:t>OUTs</a:t>
                      </a:r>
                      <a:r>
                        <a:rPr lang="es-ES" b="1" i="0" dirty="0">
                          <a:solidFill>
                            <a:schemeClr val="lt1"/>
                          </a:solidFill>
                          <a:effectLst/>
                          <a:latin typeface="+mn-lt"/>
                          <a:ea typeface="+mn-ea"/>
                          <a:cs typeface="+mn-cs"/>
                        </a:rPr>
                        <a:t> </a:t>
                      </a:r>
                      <a:endParaRPr lang="es-ES" b="1" dirty="0"/>
                    </a:p>
                  </a:txBody>
                  <a:tcPr/>
                </a:tc>
                <a:extLst>
                  <a:ext uri="{0D108BD9-81ED-4DB2-BD59-A6C34878D82A}">
                    <a16:rowId xmlns:a16="http://schemas.microsoft.com/office/drawing/2014/main" val="4164163794"/>
                  </a:ext>
                </a:extLst>
              </a:tr>
              <a:tr h="385917">
                <a:tc>
                  <a:txBody>
                    <a:bodyPr/>
                    <a:lstStyle/>
                    <a:p>
                      <a:r>
                        <a:rPr lang="es-ES" dirty="0"/>
                        <a:t>6.6</a:t>
                      </a:r>
                    </a:p>
                  </a:txBody>
                  <a:tcPr/>
                </a:tc>
                <a:tc>
                  <a:txBody>
                    <a:bodyPr/>
                    <a:lstStyle/>
                    <a:p>
                      <a:r>
                        <a:rPr lang="es-ES" b="0" i="0" dirty="0">
                          <a:solidFill>
                            <a:schemeClr val="dk1"/>
                          </a:solidFill>
                          <a:effectLst/>
                          <a:latin typeface="+mn-lt"/>
                          <a:ea typeface="+mn-ea"/>
                          <a:cs typeface="+mn-cs"/>
                        </a:rPr>
                        <a:t>0.4217</a:t>
                      </a:r>
                      <a:endParaRPr lang="es-ES" dirty="0"/>
                    </a:p>
                  </a:txBody>
                  <a:tcPr/>
                </a:tc>
                <a:tc>
                  <a:txBody>
                    <a:bodyPr/>
                    <a:lstStyle/>
                    <a:p>
                      <a:r>
                        <a:rPr lang="es-ES" b="0" i="0" dirty="0">
                          <a:solidFill>
                            <a:schemeClr val="dk1"/>
                          </a:solidFill>
                          <a:effectLst/>
                          <a:latin typeface="+mn-lt"/>
                          <a:ea typeface="+mn-ea"/>
                          <a:cs typeface="+mn-cs"/>
                        </a:rPr>
                        <a:t>['0.5152', '0.4848']</a:t>
                      </a:r>
                      <a:endParaRPr lang="es-ES" dirty="0"/>
                    </a:p>
                  </a:txBody>
                  <a:tcPr/>
                </a:tc>
                <a:extLst>
                  <a:ext uri="{0D108BD9-81ED-4DB2-BD59-A6C34878D82A}">
                    <a16:rowId xmlns:a16="http://schemas.microsoft.com/office/drawing/2014/main" val="4255659296"/>
                  </a:ext>
                </a:extLst>
              </a:tr>
            </a:tbl>
          </a:graphicData>
        </a:graphic>
      </p:graphicFrame>
    </p:spTree>
    <p:extLst>
      <p:ext uri="{BB962C8B-B14F-4D97-AF65-F5344CB8AC3E}">
        <p14:creationId xmlns:p14="http://schemas.microsoft.com/office/powerpoint/2010/main" val="28156794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11DBE-A482-7036-60B2-70B7E2318F46}"/>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C096193E-AB86-E3CD-BDAC-0F9156C1A3F0}"/>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#4.2 – 2x2 Multimode Interference Coupler - Optimization</a:t>
            </a:r>
            <a:br>
              <a:rPr lang="en-US" sz="2500" dirty="0"/>
            </a:br>
            <a:r>
              <a:rPr lang="en-US" b="0" dirty="0"/>
              <a:t>Wavelength 1.55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2D17DCD6-D851-E62D-D95C-A9F9954602D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891046F-11DC-B7FC-54F7-9583E688DC0E}"/>
              </a:ext>
            </a:extLst>
          </p:cNvPr>
          <p:cNvSpPr>
            <a:spLocks noGrp="1"/>
          </p:cNvSpPr>
          <p:nvPr>
            <p:ph type="sldNum" sz="quarter" idx="7"/>
          </p:nvPr>
        </p:nvSpPr>
        <p:spPr/>
        <p:txBody>
          <a:bodyPr/>
          <a:lstStyle/>
          <a:p>
            <a:fld id="{B6F15528-21DE-4FAA-801E-634DDDAF4B2B}" type="slidenum">
              <a:rPr lang="es-ES" smtClean="0"/>
              <a:t>10</a:t>
            </a:fld>
            <a:endParaRPr lang="es-ES"/>
          </a:p>
        </p:txBody>
      </p:sp>
      <p:sp>
        <p:nvSpPr>
          <p:cNvPr id="3" name="Marcador de pie de página 2">
            <a:extLst>
              <a:ext uri="{FF2B5EF4-FFF2-40B4-BE49-F238E27FC236}">
                <a16:creationId xmlns:a16="http://schemas.microsoft.com/office/drawing/2014/main" id="{4C9BAA39-017F-D602-6705-A6CF44830139}"/>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43D7D9E5-DAC3-2BB8-7377-826863CBAD4E}"/>
              </a:ext>
            </a:extLst>
          </p:cNvPr>
          <p:cNvSpPr txBox="1"/>
          <p:nvPr/>
        </p:nvSpPr>
        <p:spPr>
          <a:xfrm>
            <a:off x="609441" y="4819471"/>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9772491E-4FFB-FFC3-C855-72A4B15F3E73}"/>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8FC4B0DD-3E3B-4BA7-96DE-842CDC92C3F2}"/>
              </a:ext>
            </a:extLst>
          </p:cNvPr>
          <p:cNvPicPr>
            <a:picLocks noChangeAspect="1"/>
          </p:cNvPicPr>
          <p:nvPr/>
        </p:nvPicPr>
        <p:blipFill>
          <a:blip r:embed="rId5"/>
          <a:stretch>
            <a:fillRect/>
          </a:stretch>
        </p:blipFill>
        <p:spPr>
          <a:xfrm>
            <a:off x="7010400" y="1582495"/>
            <a:ext cx="2820897" cy="1762135"/>
          </a:xfrm>
          <a:prstGeom prst="rect">
            <a:avLst/>
          </a:prstGeom>
        </p:spPr>
      </p:pic>
      <p:pic>
        <p:nvPicPr>
          <p:cNvPr id="14" name="Imagen 13">
            <a:extLst>
              <a:ext uri="{FF2B5EF4-FFF2-40B4-BE49-F238E27FC236}">
                <a16:creationId xmlns:a16="http://schemas.microsoft.com/office/drawing/2014/main" id="{7A8B332E-1833-4740-A240-712FB84CF020}"/>
              </a:ext>
            </a:extLst>
          </p:cNvPr>
          <p:cNvPicPr>
            <a:picLocks noChangeAspect="1"/>
          </p:cNvPicPr>
          <p:nvPr/>
        </p:nvPicPr>
        <p:blipFill>
          <a:blip r:embed="rId6"/>
          <a:stretch>
            <a:fillRect/>
          </a:stretch>
        </p:blipFill>
        <p:spPr>
          <a:xfrm>
            <a:off x="1981200" y="1510240"/>
            <a:ext cx="4721197" cy="1955328"/>
          </a:xfrm>
          <a:prstGeom prst="rect">
            <a:avLst/>
          </a:prstGeom>
        </p:spPr>
      </p:pic>
      <p:graphicFrame>
        <p:nvGraphicFramePr>
          <p:cNvPr id="15" name="Tabla 6">
            <a:extLst>
              <a:ext uri="{FF2B5EF4-FFF2-40B4-BE49-F238E27FC236}">
                <a16:creationId xmlns:a16="http://schemas.microsoft.com/office/drawing/2014/main" id="{382DBB63-2CA4-4648-A53C-E50A3E7EFA57}"/>
              </a:ext>
            </a:extLst>
          </p:cNvPr>
          <p:cNvGraphicFramePr>
            <a:graphicFrameLocks noGrp="1"/>
          </p:cNvGraphicFramePr>
          <p:nvPr>
            <p:extLst>
              <p:ext uri="{D42A27DB-BD31-4B8C-83A1-F6EECF244321}">
                <p14:modId xmlns:p14="http://schemas.microsoft.com/office/powerpoint/2010/main" val="3855458773"/>
              </p:ext>
            </p:extLst>
          </p:nvPr>
        </p:nvGraphicFramePr>
        <p:xfrm>
          <a:off x="1700968" y="3597221"/>
          <a:ext cx="8848825" cy="743992"/>
        </p:xfrm>
        <a:graphic>
          <a:graphicData uri="http://schemas.openxmlformats.org/drawingml/2006/table">
            <a:tbl>
              <a:tblPr firstRow="1" bandRow="1">
                <a:tableStyleId>{5C22544A-7EE6-4342-B048-85BDC9FD1C3A}</a:tableStyleId>
              </a:tblPr>
              <a:tblGrid>
                <a:gridCol w="2908355">
                  <a:extLst>
                    <a:ext uri="{9D8B030D-6E8A-4147-A177-3AD203B41FA5}">
                      <a16:colId xmlns:a16="http://schemas.microsoft.com/office/drawing/2014/main" val="1794412849"/>
                    </a:ext>
                  </a:extLst>
                </a:gridCol>
                <a:gridCol w="816815">
                  <a:extLst>
                    <a:ext uri="{9D8B030D-6E8A-4147-A177-3AD203B41FA5}">
                      <a16:colId xmlns:a16="http://schemas.microsoft.com/office/drawing/2014/main" val="2100323231"/>
                    </a:ext>
                  </a:extLst>
                </a:gridCol>
                <a:gridCol w="1039582">
                  <a:extLst>
                    <a:ext uri="{9D8B030D-6E8A-4147-A177-3AD203B41FA5}">
                      <a16:colId xmlns:a16="http://schemas.microsoft.com/office/drawing/2014/main" val="3349686945"/>
                    </a:ext>
                  </a:extLst>
                </a:gridCol>
                <a:gridCol w="1782141">
                  <a:extLst>
                    <a:ext uri="{9D8B030D-6E8A-4147-A177-3AD203B41FA5}">
                      <a16:colId xmlns:a16="http://schemas.microsoft.com/office/drawing/2014/main" val="2945410550"/>
                    </a:ext>
                  </a:extLst>
                </a:gridCol>
                <a:gridCol w="2301932">
                  <a:extLst>
                    <a:ext uri="{9D8B030D-6E8A-4147-A177-3AD203B41FA5}">
                      <a16:colId xmlns:a16="http://schemas.microsoft.com/office/drawing/2014/main" val="3998529583"/>
                    </a:ext>
                  </a:extLst>
                </a:gridCol>
              </a:tblGrid>
              <a:tr h="378232">
                <a:tc>
                  <a:txBody>
                    <a:bodyPr/>
                    <a:lstStyle/>
                    <a:p>
                      <a:r>
                        <a:rPr lang="es-ES" dirty="0"/>
                        <a:t>I/O </a:t>
                      </a:r>
                      <a:r>
                        <a:rPr lang="es-ES" dirty="0" err="1"/>
                        <a:t>waveguide</a:t>
                      </a:r>
                      <a:r>
                        <a:rPr lang="es-ES" dirty="0"/>
                        <a:t> </a:t>
                      </a:r>
                      <a:r>
                        <a:rPr lang="es-ES" dirty="0" err="1"/>
                        <a:t>width</a:t>
                      </a:r>
                      <a:r>
                        <a:rPr lang="es-ES" dirty="0"/>
                        <a:t> (</a:t>
                      </a:r>
                      <a:r>
                        <a:rPr lang="es-ES" dirty="0" err="1"/>
                        <a:t>um</a:t>
                      </a:r>
                      <a:r>
                        <a:rPr lang="es-ES" dirty="0"/>
                        <a:t>)</a:t>
                      </a:r>
                    </a:p>
                  </a:txBody>
                  <a:tcPr/>
                </a:tc>
                <a:tc>
                  <a:txBody>
                    <a:bodyPr/>
                    <a:lstStyle/>
                    <a:p>
                      <a:r>
                        <a:rPr lang="es-ES" dirty="0" err="1"/>
                        <a:t>dy</a:t>
                      </a:r>
                      <a:endParaRPr lang="es-ES" dirty="0"/>
                    </a:p>
                  </a:txBody>
                  <a:tcPr/>
                </a:tc>
                <a:tc>
                  <a:txBody>
                    <a:bodyPr/>
                    <a:lstStyle/>
                    <a:p>
                      <a:r>
                        <a:rPr lang="es-ES" dirty="0" err="1"/>
                        <a:t>dL</a:t>
                      </a:r>
                      <a:endParaRPr lang="es-ES" dirty="0"/>
                    </a:p>
                  </a:txBody>
                  <a:tcPr/>
                </a:tc>
                <a:tc>
                  <a:txBody>
                    <a:bodyPr/>
                    <a:lstStyle/>
                    <a:p>
                      <a:r>
                        <a:rPr lang="es-ES" dirty="0" err="1"/>
                        <a:t>Excess</a:t>
                      </a:r>
                      <a:r>
                        <a:rPr lang="es-ES" dirty="0"/>
                        <a:t> </a:t>
                      </a:r>
                      <a:r>
                        <a:rPr lang="es-ES" dirty="0" err="1"/>
                        <a:t>Loss</a:t>
                      </a:r>
                      <a:r>
                        <a:rPr lang="es-ES" dirty="0"/>
                        <a:t> [dB]</a:t>
                      </a:r>
                    </a:p>
                  </a:txBody>
                  <a:tcPr/>
                </a:tc>
                <a:tc>
                  <a:txBody>
                    <a:bodyPr/>
                    <a:lstStyle/>
                    <a:p>
                      <a:r>
                        <a:rPr lang="es-ES" b="1" i="0" dirty="0">
                          <a:solidFill>
                            <a:schemeClr val="lt1"/>
                          </a:solidFill>
                          <a:effectLst/>
                          <a:latin typeface="+mn-lt"/>
                          <a:ea typeface="+mn-ea"/>
                          <a:cs typeface="+mn-cs"/>
                        </a:rPr>
                        <a:t>Ratio </a:t>
                      </a:r>
                      <a:r>
                        <a:rPr lang="es-ES" b="1" i="0" dirty="0" err="1">
                          <a:solidFill>
                            <a:schemeClr val="lt1"/>
                          </a:solidFill>
                          <a:effectLst/>
                          <a:latin typeface="+mn-lt"/>
                          <a:ea typeface="+mn-ea"/>
                          <a:cs typeface="+mn-cs"/>
                        </a:rPr>
                        <a:t>over</a:t>
                      </a:r>
                      <a:r>
                        <a:rPr lang="es-ES" b="1" i="0" dirty="0">
                          <a:solidFill>
                            <a:schemeClr val="lt1"/>
                          </a:solidFill>
                          <a:effectLst/>
                          <a:latin typeface="+mn-lt"/>
                          <a:ea typeface="+mn-ea"/>
                          <a:cs typeface="+mn-cs"/>
                        </a:rPr>
                        <a:t> </a:t>
                      </a:r>
                      <a:r>
                        <a:rPr lang="es-ES" b="1" i="0" dirty="0" err="1">
                          <a:solidFill>
                            <a:schemeClr val="lt1"/>
                          </a:solidFill>
                          <a:effectLst/>
                          <a:latin typeface="+mn-lt"/>
                          <a:ea typeface="+mn-ea"/>
                          <a:cs typeface="+mn-cs"/>
                        </a:rPr>
                        <a:t>OUTs</a:t>
                      </a:r>
                      <a:r>
                        <a:rPr lang="es-ES" b="1" i="0" dirty="0">
                          <a:solidFill>
                            <a:schemeClr val="lt1"/>
                          </a:solidFill>
                          <a:effectLst/>
                          <a:latin typeface="+mn-lt"/>
                          <a:ea typeface="+mn-ea"/>
                          <a:cs typeface="+mn-cs"/>
                        </a:rPr>
                        <a:t> </a:t>
                      </a:r>
                      <a:endParaRPr lang="es-ES" b="1" dirty="0"/>
                    </a:p>
                  </a:txBody>
                  <a:tcPr/>
                </a:tc>
                <a:extLst>
                  <a:ext uri="{0D108BD9-81ED-4DB2-BD59-A6C34878D82A}">
                    <a16:rowId xmlns:a16="http://schemas.microsoft.com/office/drawing/2014/main" val="4164163794"/>
                  </a:ext>
                </a:extLst>
              </a:tr>
              <a:tr h="305986">
                <a:tc>
                  <a:txBody>
                    <a:bodyPr/>
                    <a:lstStyle/>
                    <a:p>
                      <a:r>
                        <a:rPr lang="es-ES" dirty="0"/>
                        <a:t>6.6</a:t>
                      </a:r>
                    </a:p>
                  </a:txBody>
                  <a:tcPr/>
                </a:tc>
                <a:tc>
                  <a:txBody>
                    <a:bodyPr/>
                    <a:lstStyle/>
                    <a:p>
                      <a:r>
                        <a:rPr lang="es-ES" dirty="0"/>
                        <a:t>0.05</a:t>
                      </a:r>
                    </a:p>
                  </a:txBody>
                  <a:tcPr/>
                </a:tc>
                <a:tc>
                  <a:txBody>
                    <a:bodyPr/>
                    <a:lstStyle/>
                    <a:p>
                      <a:r>
                        <a:rPr lang="es-ES" dirty="0"/>
                        <a:t>-0.3</a:t>
                      </a:r>
                    </a:p>
                  </a:txBody>
                  <a:tcPr/>
                </a:tc>
                <a:tc>
                  <a:txBody>
                    <a:bodyPr/>
                    <a:lstStyle/>
                    <a:p>
                      <a:r>
                        <a:rPr lang="es-ES" b="0" i="0" dirty="0">
                          <a:solidFill>
                            <a:schemeClr val="dk1"/>
                          </a:solidFill>
                          <a:effectLst/>
                          <a:latin typeface="+mn-lt"/>
                          <a:ea typeface="+mn-ea"/>
                          <a:cs typeface="+mn-cs"/>
                        </a:rPr>
                        <a:t>0.3800</a:t>
                      </a:r>
                      <a:endParaRPr lang="es-ES" dirty="0"/>
                    </a:p>
                  </a:txBody>
                  <a:tcPr/>
                </a:tc>
                <a:tc>
                  <a:txBody>
                    <a:bodyPr/>
                    <a:lstStyle/>
                    <a:p>
                      <a:r>
                        <a:rPr lang="es-ES" b="0" i="0" dirty="0">
                          <a:solidFill>
                            <a:schemeClr val="dk1"/>
                          </a:solidFill>
                          <a:effectLst/>
                          <a:latin typeface="+mn-lt"/>
                          <a:ea typeface="+mn-ea"/>
                          <a:cs typeface="+mn-cs"/>
                        </a:rPr>
                        <a:t>['0.5097', '0.4903']</a:t>
                      </a:r>
                      <a:endParaRPr lang="es-ES" dirty="0"/>
                    </a:p>
                  </a:txBody>
                  <a:tcPr/>
                </a:tc>
                <a:extLst>
                  <a:ext uri="{0D108BD9-81ED-4DB2-BD59-A6C34878D82A}">
                    <a16:rowId xmlns:a16="http://schemas.microsoft.com/office/drawing/2014/main" val="4255659296"/>
                  </a:ext>
                </a:extLst>
              </a:tr>
            </a:tbl>
          </a:graphicData>
        </a:graphic>
      </p:graphicFrame>
    </p:spTree>
    <p:extLst>
      <p:ext uri="{BB962C8B-B14F-4D97-AF65-F5344CB8AC3E}">
        <p14:creationId xmlns:p14="http://schemas.microsoft.com/office/powerpoint/2010/main" val="26852157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A9819-E058-DC4F-FB99-88F20442D9F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E1662E38-DE72-ADF3-A38E-08ED40DCC2AD}"/>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#4.3 – 2x2 Multimode Interference Coupler – Optimization (II)</a:t>
            </a:r>
            <a:br>
              <a:rPr lang="en-US" sz="2500" dirty="0"/>
            </a:br>
            <a:r>
              <a:rPr lang="en-US" b="0" dirty="0"/>
              <a:t>Wavelength 1.55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1CD4B005-DA76-DF7C-8A51-CA16DFD2CA3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B06F952-20FD-3223-6AB8-83339507AFE8}"/>
              </a:ext>
            </a:extLst>
          </p:cNvPr>
          <p:cNvSpPr>
            <a:spLocks noGrp="1"/>
          </p:cNvSpPr>
          <p:nvPr>
            <p:ph type="sldNum" sz="quarter" idx="7"/>
          </p:nvPr>
        </p:nvSpPr>
        <p:spPr/>
        <p:txBody>
          <a:bodyPr/>
          <a:lstStyle/>
          <a:p>
            <a:fld id="{B6F15528-21DE-4FAA-801E-634DDDAF4B2B}" type="slidenum">
              <a:rPr lang="es-ES" smtClean="0"/>
              <a:t>11</a:t>
            </a:fld>
            <a:endParaRPr lang="es-ES"/>
          </a:p>
        </p:txBody>
      </p:sp>
      <p:sp>
        <p:nvSpPr>
          <p:cNvPr id="3" name="Marcador de pie de página 2">
            <a:extLst>
              <a:ext uri="{FF2B5EF4-FFF2-40B4-BE49-F238E27FC236}">
                <a16:creationId xmlns:a16="http://schemas.microsoft.com/office/drawing/2014/main" id="{8B06152F-2A2C-A19B-581F-494FDFF33752}"/>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EF5B7948-A25A-9043-7061-DD15A9023924}"/>
              </a:ext>
            </a:extLst>
          </p:cNvPr>
          <p:cNvSpPr txBox="1"/>
          <p:nvPr/>
        </p:nvSpPr>
        <p:spPr>
          <a:xfrm>
            <a:off x="609441" y="4819471"/>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C8036B97-F577-1F3C-3CE2-BD45F7D1FFC2}"/>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7" name="Tabla 6">
            <a:extLst>
              <a:ext uri="{FF2B5EF4-FFF2-40B4-BE49-F238E27FC236}">
                <a16:creationId xmlns:a16="http://schemas.microsoft.com/office/drawing/2014/main" id="{125333E9-E734-46B4-984D-979FF277870F}"/>
              </a:ext>
            </a:extLst>
          </p:cNvPr>
          <p:cNvGraphicFramePr>
            <a:graphicFrameLocks noGrp="1"/>
          </p:cNvGraphicFramePr>
          <p:nvPr>
            <p:extLst>
              <p:ext uri="{D42A27DB-BD31-4B8C-83A1-F6EECF244321}">
                <p14:modId xmlns:p14="http://schemas.microsoft.com/office/powerpoint/2010/main" val="2301833566"/>
              </p:ext>
            </p:extLst>
          </p:nvPr>
        </p:nvGraphicFramePr>
        <p:xfrm>
          <a:off x="1700968" y="3597221"/>
          <a:ext cx="8848825" cy="743992"/>
        </p:xfrm>
        <a:graphic>
          <a:graphicData uri="http://schemas.openxmlformats.org/drawingml/2006/table">
            <a:tbl>
              <a:tblPr firstRow="1" bandRow="1">
                <a:tableStyleId>{5C22544A-7EE6-4342-B048-85BDC9FD1C3A}</a:tableStyleId>
              </a:tblPr>
              <a:tblGrid>
                <a:gridCol w="2908355">
                  <a:extLst>
                    <a:ext uri="{9D8B030D-6E8A-4147-A177-3AD203B41FA5}">
                      <a16:colId xmlns:a16="http://schemas.microsoft.com/office/drawing/2014/main" val="1794412849"/>
                    </a:ext>
                  </a:extLst>
                </a:gridCol>
                <a:gridCol w="816815">
                  <a:extLst>
                    <a:ext uri="{9D8B030D-6E8A-4147-A177-3AD203B41FA5}">
                      <a16:colId xmlns:a16="http://schemas.microsoft.com/office/drawing/2014/main" val="2100323231"/>
                    </a:ext>
                  </a:extLst>
                </a:gridCol>
                <a:gridCol w="1039582">
                  <a:extLst>
                    <a:ext uri="{9D8B030D-6E8A-4147-A177-3AD203B41FA5}">
                      <a16:colId xmlns:a16="http://schemas.microsoft.com/office/drawing/2014/main" val="3349686945"/>
                    </a:ext>
                  </a:extLst>
                </a:gridCol>
                <a:gridCol w="1782141">
                  <a:extLst>
                    <a:ext uri="{9D8B030D-6E8A-4147-A177-3AD203B41FA5}">
                      <a16:colId xmlns:a16="http://schemas.microsoft.com/office/drawing/2014/main" val="2945410550"/>
                    </a:ext>
                  </a:extLst>
                </a:gridCol>
                <a:gridCol w="2301932">
                  <a:extLst>
                    <a:ext uri="{9D8B030D-6E8A-4147-A177-3AD203B41FA5}">
                      <a16:colId xmlns:a16="http://schemas.microsoft.com/office/drawing/2014/main" val="3998529583"/>
                    </a:ext>
                  </a:extLst>
                </a:gridCol>
              </a:tblGrid>
              <a:tr h="378232">
                <a:tc>
                  <a:txBody>
                    <a:bodyPr/>
                    <a:lstStyle/>
                    <a:p>
                      <a:r>
                        <a:rPr lang="es-ES" dirty="0"/>
                        <a:t>I/O </a:t>
                      </a:r>
                      <a:r>
                        <a:rPr lang="es-ES" dirty="0" err="1"/>
                        <a:t>waveguide</a:t>
                      </a:r>
                      <a:r>
                        <a:rPr lang="es-ES" dirty="0"/>
                        <a:t> </a:t>
                      </a:r>
                      <a:r>
                        <a:rPr lang="es-ES" dirty="0" err="1"/>
                        <a:t>width</a:t>
                      </a:r>
                      <a:r>
                        <a:rPr lang="es-ES" dirty="0"/>
                        <a:t> (</a:t>
                      </a:r>
                      <a:r>
                        <a:rPr lang="es-ES" dirty="0" err="1"/>
                        <a:t>um</a:t>
                      </a:r>
                      <a:r>
                        <a:rPr lang="es-ES" dirty="0"/>
                        <a:t>)</a:t>
                      </a:r>
                    </a:p>
                  </a:txBody>
                  <a:tcPr/>
                </a:tc>
                <a:tc>
                  <a:txBody>
                    <a:bodyPr/>
                    <a:lstStyle/>
                    <a:p>
                      <a:r>
                        <a:rPr lang="es-ES" dirty="0" err="1"/>
                        <a:t>dy</a:t>
                      </a:r>
                      <a:endParaRPr lang="es-ES" dirty="0"/>
                    </a:p>
                  </a:txBody>
                  <a:tcPr/>
                </a:tc>
                <a:tc>
                  <a:txBody>
                    <a:bodyPr/>
                    <a:lstStyle/>
                    <a:p>
                      <a:r>
                        <a:rPr lang="es-ES" dirty="0" err="1"/>
                        <a:t>dL</a:t>
                      </a:r>
                      <a:endParaRPr lang="es-ES" dirty="0"/>
                    </a:p>
                  </a:txBody>
                  <a:tcPr/>
                </a:tc>
                <a:tc>
                  <a:txBody>
                    <a:bodyPr/>
                    <a:lstStyle/>
                    <a:p>
                      <a:r>
                        <a:rPr lang="es-ES" dirty="0" err="1"/>
                        <a:t>Excess</a:t>
                      </a:r>
                      <a:r>
                        <a:rPr lang="es-ES" dirty="0"/>
                        <a:t> </a:t>
                      </a:r>
                      <a:r>
                        <a:rPr lang="es-ES" dirty="0" err="1"/>
                        <a:t>Loss</a:t>
                      </a:r>
                      <a:r>
                        <a:rPr lang="es-ES" dirty="0"/>
                        <a:t> [dB]</a:t>
                      </a:r>
                    </a:p>
                  </a:txBody>
                  <a:tcPr/>
                </a:tc>
                <a:tc>
                  <a:txBody>
                    <a:bodyPr/>
                    <a:lstStyle/>
                    <a:p>
                      <a:r>
                        <a:rPr lang="es-ES" b="1" i="0" dirty="0">
                          <a:solidFill>
                            <a:schemeClr val="lt1"/>
                          </a:solidFill>
                          <a:effectLst/>
                          <a:latin typeface="+mn-lt"/>
                          <a:ea typeface="+mn-ea"/>
                          <a:cs typeface="+mn-cs"/>
                        </a:rPr>
                        <a:t>Ratio </a:t>
                      </a:r>
                      <a:r>
                        <a:rPr lang="es-ES" b="1" i="0" dirty="0" err="1">
                          <a:solidFill>
                            <a:schemeClr val="lt1"/>
                          </a:solidFill>
                          <a:effectLst/>
                          <a:latin typeface="+mn-lt"/>
                          <a:ea typeface="+mn-ea"/>
                          <a:cs typeface="+mn-cs"/>
                        </a:rPr>
                        <a:t>over</a:t>
                      </a:r>
                      <a:r>
                        <a:rPr lang="es-ES" b="1" i="0" dirty="0">
                          <a:solidFill>
                            <a:schemeClr val="lt1"/>
                          </a:solidFill>
                          <a:effectLst/>
                          <a:latin typeface="+mn-lt"/>
                          <a:ea typeface="+mn-ea"/>
                          <a:cs typeface="+mn-cs"/>
                        </a:rPr>
                        <a:t> </a:t>
                      </a:r>
                      <a:r>
                        <a:rPr lang="es-ES" b="1" i="0" dirty="0" err="1">
                          <a:solidFill>
                            <a:schemeClr val="lt1"/>
                          </a:solidFill>
                          <a:effectLst/>
                          <a:latin typeface="+mn-lt"/>
                          <a:ea typeface="+mn-ea"/>
                          <a:cs typeface="+mn-cs"/>
                        </a:rPr>
                        <a:t>OUTs</a:t>
                      </a:r>
                      <a:r>
                        <a:rPr lang="es-ES" b="1" i="0" dirty="0">
                          <a:solidFill>
                            <a:schemeClr val="lt1"/>
                          </a:solidFill>
                          <a:effectLst/>
                          <a:latin typeface="+mn-lt"/>
                          <a:ea typeface="+mn-ea"/>
                          <a:cs typeface="+mn-cs"/>
                        </a:rPr>
                        <a:t> </a:t>
                      </a:r>
                      <a:endParaRPr lang="es-ES" b="1" dirty="0"/>
                    </a:p>
                  </a:txBody>
                  <a:tcPr/>
                </a:tc>
                <a:extLst>
                  <a:ext uri="{0D108BD9-81ED-4DB2-BD59-A6C34878D82A}">
                    <a16:rowId xmlns:a16="http://schemas.microsoft.com/office/drawing/2014/main" val="4164163794"/>
                  </a:ext>
                </a:extLst>
              </a:tr>
              <a:tr h="305986">
                <a:tc>
                  <a:txBody>
                    <a:bodyPr/>
                    <a:lstStyle/>
                    <a:p>
                      <a:r>
                        <a:rPr lang="es-ES" dirty="0"/>
                        <a:t>6.6 + 1.1</a:t>
                      </a:r>
                    </a:p>
                  </a:txBody>
                  <a:tcPr/>
                </a:tc>
                <a:tc>
                  <a:txBody>
                    <a:bodyPr/>
                    <a:lstStyle/>
                    <a:p>
                      <a:r>
                        <a:rPr lang="es-ES" dirty="0"/>
                        <a:t>0.05</a:t>
                      </a:r>
                    </a:p>
                  </a:txBody>
                  <a:tcPr/>
                </a:tc>
                <a:tc>
                  <a:txBody>
                    <a:bodyPr/>
                    <a:lstStyle/>
                    <a:p>
                      <a:r>
                        <a:rPr lang="es-ES" dirty="0"/>
                        <a:t>-0.3</a:t>
                      </a:r>
                    </a:p>
                  </a:txBody>
                  <a:tcPr/>
                </a:tc>
                <a:tc>
                  <a:txBody>
                    <a:bodyPr/>
                    <a:lstStyle/>
                    <a:p>
                      <a:r>
                        <a:rPr lang="es-ES" b="0" i="0" dirty="0">
                          <a:solidFill>
                            <a:schemeClr val="dk1"/>
                          </a:solidFill>
                          <a:effectLst/>
                          <a:latin typeface="+mn-lt"/>
                          <a:ea typeface="+mn-ea"/>
                          <a:cs typeface="+mn-cs"/>
                        </a:rPr>
                        <a:t>0.0027</a:t>
                      </a:r>
                      <a:endParaRPr lang="es-ES" dirty="0"/>
                    </a:p>
                  </a:txBody>
                  <a:tcPr/>
                </a:tc>
                <a:tc>
                  <a:txBody>
                    <a:bodyPr/>
                    <a:lstStyle/>
                    <a:p>
                      <a:r>
                        <a:rPr lang="es-ES" b="0" i="0" dirty="0">
                          <a:solidFill>
                            <a:schemeClr val="dk1"/>
                          </a:solidFill>
                          <a:effectLst/>
                          <a:latin typeface="+mn-lt"/>
                          <a:ea typeface="+mn-ea"/>
                          <a:cs typeface="+mn-cs"/>
                        </a:rPr>
                        <a:t>['0.5084', '0.4916']</a:t>
                      </a:r>
                      <a:endParaRPr lang="es-ES" dirty="0"/>
                    </a:p>
                  </a:txBody>
                  <a:tcPr/>
                </a:tc>
                <a:extLst>
                  <a:ext uri="{0D108BD9-81ED-4DB2-BD59-A6C34878D82A}">
                    <a16:rowId xmlns:a16="http://schemas.microsoft.com/office/drawing/2014/main" val="4255659296"/>
                  </a:ext>
                </a:extLst>
              </a:tr>
            </a:tbl>
          </a:graphicData>
        </a:graphic>
      </p:graphicFrame>
      <p:pic>
        <p:nvPicPr>
          <p:cNvPr id="31" name="Imagen 30">
            <a:extLst>
              <a:ext uri="{FF2B5EF4-FFF2-40B4-BE49-F238E27FC236}">
                <a16:creationId xmlns:a16="http://schemas.microsoft.com/office/drawing/2014/main" id="{83C9CB34-EF25-4F5F-BDC2-614314C60680}"/>
              </a:ext>
            </a:extLst>
          </p:cNvPr>
          <p:cNvPicPr>
            <a:picLocks noChangeAspect="1"/>
          </p:cNvPicPr>
          <p:nvPr/>
        </p:nvPicPr>
        <p:blipFill>
          <a:blip r:embed="rId5"/>
          <a:stretch>
            <a:fillRect/>
          </a:stretch>
        </p:blipFill>
        <p:spPr>
          <a:xfrm>
            <a:off x="6870402" y="1544787"/>
            <a:ext cx="2445249" cy="1781107"/>
          </a:xfrm>
          <a:prstGeom prst="rect">
            <a:avLst/>
          </a:prstGeom>
        </p:spPr>
      </p:pic>
      <p:pic>
        <p:nvPicPr>
          <p:cNvPr id="33" name="Imagen 32">
            <a:extLst>
              <a:ext uri="{FF2B5EF4-FFF2-40B4-BE49-F238E27FC236}">
                <a16:creationId xmlns:a16="http://schemas.microsoft.com/office/drawing/2014/main" id="{5F53F8DE-FCC8-4DA3-ADEB-716C48C020E7}"/>
              </a:ext>
            </a:extLst>
          </p:cNvPr>
          <p:cNvPicPr>
            <a:picLocks noChangeAspect="1"/>
          </p:cNvPicPr>
          <p:nvPr/>
        </p:nvPicPr>
        <p:blipFill>
          <a:blip r:embed="rId6"/>
          <a:stretch>
            <a:fillRect/>
          </a:stretch>
        </p:blipFill>
        <p:spPr>
          <a:xfrm>
            <a:off x="2018522" y="1643408"/>
            <a:ext cx="4389325" cy="1817880"/>
          </a:xfrm>
          <a:prstGeom prst="rect">
            <a:avLst/>
          </a:prstGeom>
        </p:spPr>
      </p:pic>
    </p:spTree>
    <p:extLst>
      <p:ext uri="{BB962C8B-B14F-4D97-AF65-F5344CB8AC3E}">
        <p14:creationId xmlns:p14="http://schemas.microsoft.com/office/powerpoint/2010/main" val="10237312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A1363-C83E-82B6-7BDE-AD2801F8B66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E256546-3103-104D-A87F-78AEBE5D595E}"/>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#5.1 – 1x4 Multimode Interference Coupler </a:t>
            </a:r>
            <a:br>
              <a:rPr lang="en-US" sz="2500" dirty="0"/>
            </a:br>
            <a:r>
              <a:rPr lang="en-US" b="0" dirty="0"/>
              <a:t>Wavelength 1.55 µm, </a:t>
            </a:r>
            <a:r>
              <a:rPr lang="en-US" b="0" dirty="0" err="1"/>
              <a:t>wMMI</a:t>
            </a:r>
            <a:r>
              <a:rPr lang="en-US" b="0" dirty="0"/>
              <a:t> = 13.2 µm</a:t>
            </a:r>
            <a:endParaRPr lang="en-US" sz="2500" b="0" dirty="0">
              <a:latin typeface="+mj-lt"/>
              <a:cs typeface="Lucida Sans"/>
            </a:endParaRPr>
          </a:p>
        </p:txBody>
      </p:sp>
      <p:pic>
        <p:nvPicPr>
          <p:cNvPr id="83" name="Gráfico 82">
            <a:extLst>
              <a:ext uri="{FF2B5EF4-FFF2-40B4-BE49-F238E27FC236}">
                <a16:creationId xmlns:a16="http://schemas.microsoft.com/office/drawing/2014/main" id="{4BFCA3D8-29F6-7091-7099-77888A9F863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2E75535-0FBC-4C5F-9AC5-7008914FCF56}"/>
              </a:ext>
            </a:extLst>
          </p:cNvPr>
          <p:cNvSpPr>
            <a:spLocks noGrp="1"/>
          </p:cNvSpPr>
          <p:nvPr>
            <p:ph type="sldNum" sz="quarter" idx="7"/>
          </p:nvPr>
        </p:nvSpPr>
        <p:spPr/>
        <p:txBody>
          <a:bodyPr/>
          <a:lstStyle/>
          <a:p>
            <a:fld id="{B6F15528-21DE-4FAA-801E-634DDDAF4B2B}" type="slidenum">
              <a:rPr lang="es-ES" smtClean="0"/>
              <a:t>12</a:t>
            </a:fld>
            <a:endParaRPr lang="es-ES"/>
          </a:p>
        </p:txBody>
      </p:sp>
      <p:sp>
        <p:nvSpPr>
          <p:cNvPr id="3" name="Marcador de pie de página 2">
            <a:extLst>
              <a:ext uri="{FF2B5EF4-FFF2-40B4-BE49-F238E27FC236}">
                <a16:creationId xmlns:a16="http://schemas.microsoft.com/office/drawing/2014/main" id="{07AC2AFF-A7D9-EBCD-7C5A-6CDF61B69366}"/>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42D73A2E-0E5A-8A39-6B70-F9E94D6DBB70}"/>
              </a:ext>
            </a:extLst>
          </p:cNvPr>
          <p:cNvSpPr txBox="1"/>
          <p:nvPr/>
        </p:nvSpPr>
        <p:spPr>
          <a:xfrm>
            <a:off x="609441" y="4819471"/>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Repeat all the design </a:t>
            </a:r>
            <a:r>
              <a:rPr lang="en-US" sz="1200">
                <a:latin typeface="Arial" panose="020B0604020202020204" pitchFamily="34" charset="0"/>
                <a:cs typeface="Arial" panose="020B0604020202020204" pitchFamily="34" charset="0"/>
              </a:rPr>
              <a:t>process for a </a:t>
            </a:r>
            <a:r>
              <a:rPr lang="en-US" sz="1200" dirty="0">
                <a:latin typeface="Arial" panose="020B0604020202020204" pitchFamily="34" charset="0"/>
                <a:cs typeface="Arial" panose="020B0604020202020204" pitchFamily="34" charset="0"/>
              </a:rPr>
              <a:t>1x4 MMI Coupler.  </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AFB86587-21D4-5A33-7D00-DDF170C919BA}"/>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a16:creationId xmlns:a16="http://schemas.microsoft.com/office/drawing/2014/main" id="{4422EE65-3928-4AB6-BF64-73D18353408D}"/>
              </a:ext>
            </a:extLst>
          </p:cNvPr>
          <p:cNvPicPr>
            <a:picLocks noChangeAspect="1"/>
          </p:cNvPicPr>
          <p:nvPr/>
        </p:nvPicPr>
        <p:blipFill>
          <a:blip r:embed="rId5"/>
          <a:stretch>
            <a:fillRect/>
          </a:stretch>
        </p:blipFill>
        <p:spPr>
          <a:xfrm>
            <a:off x="1494913" y="1535427"/>
            <a:ext cx="4616591" cy="1978539"/>
          </a:xfrm>
          <a:prstGeom prst="rect">
            <a:avLst/>
          </a:prstGeom>
        </p:spPr>
      </p:pic>
      <p:pic>
        <p:nvPicPr>
          <p:cNvPr id="22" name="Imagen 21">
            <a:extLst>
              <a:ext uri="{FF2B5EF4-FFF2-40B4-BE49-F238E27FC236}">
                <a16:creationId xmlns:a16="http://schemas.microsoft.com/office/drawing/2014/main" id="{1ACFF01F-200B-431E-A4F8-BE725FFBE6D9}"/>
              </a:ext>
            </a:extLst>
          </p:cNvPr>
          <p:cNvPicPr>
            <a:picLocks noChangeAspect="1"/>
          </p:cNvPicPr>
          <p:nvPr/>
        </p:nvPicPr>
        <p:blipFill>
          <a:blip r:embed="rId6"/>
          <a:stretch>
            <a:fillRect/>
          </a:stretch>
        </p:blipFill>
        <p:spPr>
          <a:xfrm>
            <a:off x="6514865" y="1597894"/>
            <a:ext cx="3722995" cy="1831106"/>
          </a:xfrm>
          <a:prstGeom prst="rect">
            <a:avLst/>
          </a:prstGeom>
        </p:spPr>
      </p:pic>
      <p:graphicFrame>
        <p:nvGraphicFramePr>
          <p:cNvPr id="25" name="Tabla 6">
            <a:extLst>
              <a:ext uri="{FF2B5EF4-FFF2-40B4-BE49-F238E27FC236}">
                <a16:creationId xmlns:a16="http://schemas.microsoft.com/office/drawing/2014/main" id="{449CA004-AE80-4863-B385-A74B15E72400}"/>
              </a:ext>
            </a:extLst>
          </p:cNvPr>
          <p:cNvGraphicFramePr>
            <a:graphicFrameLocks noGrp="1"/>
          </p:cNvGraphicFramePr>
          <p:nvPr>
            <p:extLst>
              <p:ext uri="{D42A27DB-BD31-4B8C-83A1-F6EECF244321}">
                <p14:modId xmlns:p14="http://schemas.microsoft.com/office/powerpoint/2010/main" val="1001735931"/>
              </p:ext>
            </p:extLst>
          </p:nvPr>
        </p:nvGraphicFramePr>
        <p:xfrm>
          <a:off x="1490902" y="3631777"/>
          <a:ext cx="9210196" cy="784993"/>
        </p:xfrm>
        <a:graphic>
          <a:graphicData uri="http://schemas.openxmlformats.org/drawingml/2006/table">
            <a:tbl>
              <a:tblPr firstRow="1" bandRow="1">
                <a:tableStyleId>{5C22544A-7EE6-4342-B048-85BDC9FD1C3A}</a:tableStyleId>
              </a:tblPr>
              <a:tblGrid>
                <a:gridCol w="2733196">
                  <a:extLst>
                    <a:ext uri="{9D8B030D-6E8A-4147-A177-3AD203B41FA5}">
                      <a16:colId xmlns:a16="http://schemas.microsoft.com/office/drawing/2014/main" val="1794412849"/>
                    </a:ext>
                  </a:extLst>
                </a:gridCol>
                <a:gridCol w="2337903">
                  <a:extLst>
                    <a:ext uri="{9D8B030D-6E8A-4147-A177-3AD203B41FA5}">
                      <a16:colId xmlns:a16="http://schemas.microsoft.com/office/drawing/2014/main" val="2945410550"/>
                    </a:ext>
                  </a:extLst>
                </a:gridCol>
                <a:gridCol w="4139097">
                  <a:extLst>
                    <a:ext uri="{9D8B030D-6E8A-4147-A177-3AD203B41FA5}">
                      <a16:colId xmlns:a16="http://schemas.microsoft.com/office/drawing/2014/main" val="3998529583"/>
                    </a:ext>
                  </a:extLst>
                </a:gridCol>
              </a:tblGrid>
              <a:tr h="399076">
                <a:tc>
                  <a:txBody>
                    <a:bodyPr/>
                    <a:lstStyle/>
                    <a:p>
                      <a:r>
                        <a:rPr lang="es-ES" dirty="0"/>
                        <a:t>I/O </a:t>
                      </a:r>
                      <a:r>
                        <a:rPr lang="es-ES" dirty="0" err="1"/>
                        <a:t>waveguide</a:t>
                      </a:r>
                      <a:r>
                        <a:rPr lang="es-ES" dirty="0"/>
                        <a:t> </a:t>
                      </a:r>
                      <a:r>
                        <a:rPr lang="es-ES" dirty="0" err="1"/>
                        <a:t>width</a:t>
                      </a:r>
                      <a:r>
                        <a:rPr lang="es-ES" dirty="0"/>
                        <a:t> (</a:t>
                      </a:r>
                      <a:r>
                        <a:rPr lang="es-ES" dirty="0" err="1"/>
                        <a:t>um</a:t>
                      </a:r>
                      <a:r>
                        <a:rPr lang="es-ES" dirty="0"/>
                        <a:t>)</a:t>
                      </a:r>
                    </a:p>
                  </a:txBody>
                  <a:tcPr/>
                </a:tc>
                <a:tc>
                  <a:txBody>
                    <a:bodyPr/>
                    <a:lstStyle/>
                    <a:p>
                      <a:r>
                        <a:rPr lang="es-ES" dirty="0" err="1"/>
                        <a:t>Excess</a:t>
                      </a:r>
                      <a:r>
                        <a:rPr lang="es-ES" dirty="0"/>
                        <a:t> </a:t>
                      </a:r>
                      <a:r>
                        <a:rPr lang="es-ES" dirty="0" err="1"/>
                        <a:t>Loss</a:t>
                      </a:r>
                      <a:r>
                        <a:rPr lang="es-ES" dirty="0"/>
                        <a:t> [dB]</a:t>
                      </a:r>
                    </a:p>
                  </a:txBody>
                  <a:tcPr/>
                </a:tc>
                <a:tc>
                  <a:txBody>
                    <a:bodyPr/>
                    <a:lstStyle/>
                    <a:p>
                      <a:r>
                        <a:rPr lang="es-ES" b="1" i="0" dirty="0">
                          <a:solidFill>
                            <a:schemeClr val="lt1"/>
                          </a:solidFill>
                          <a:effectLst/>
                          <a:latin typeface="+mn-lt"/>
                          <a:ea typeface="+mn-ea"/>
                          <a:cs typeface="+mn-cs"/>
                        </a:rPr>
                        <a:t>Ratio </a:t>
                      </a:r>
                      <a:r>
                        <a:rPr lang="es-ES" b="1" i="0" dirty="0" err="1">
                          <a:solidFill>
                            <a:schemeClr val="lt1"/>
                          </a:solidFill>
                          <a:effectLst/>
                          <a:latin typeface="+mn-lt"/>
                          <a:ea typeface="+mn-ea"/>
                          <a:cs typeface="+mn-cs"/>
                        </a:rPr>
                        <a:t>over</a:t>
                      </a:r>
                      <a:r>
                        <a:rPr lang="es-ES" b="1" i="0" dirty="0">
                          <a:solidFill>
                            <a:schemeClr val="lt1"/>
                          </a:solidFill>
                          <a:effectLst/>
                          <a:latin typeface="+mn-lt"/>
                          <a:ea typeface="+mn-ea"/>
                          <a:cs typeface="+mn-cs"/>
                        </a:rPr>
                        <a:t> </a:t>
                      </a:r>
                      <a:r>
                        <a:rPr lang="es-ES" b="1" i="0" dirty="0" err="1">
                          <a:solidFill>
                            <a:schemeClr val="lt1"/>
                          </a:solidFill>
                          <a:effectLst/>
                          <a:latin typeface="+mn-lt"/>
                          <a:ea typeface="+mn-ea"/>
                          <a:cs typeface="+mn-cs"/>
                        </a:rPr>
                        <a:t>OUTs</a:t>
                      </a:r>
                      <a:r>
                        <a:rPr lang="es-ES" b="1" i="0" dirty="0">
                          <a:solidFill>
                            <a:schemeClr val="lt1"/>
                          </a:solidFill>
                          <a:effectLst/>
                          <a:latin typeface="+mn-lt"/>
                          <a:ea typeface="+mn-ea"/>
                          <a:cs typeface="+mn-cs"/>
                        </a:rPr>
                        <a:t> </a:t>
                      </a:r>
                      <a:endParaRPr lang="es-ES" b="1" dirty="0"/>
                    </a:p>
                  </a:txBody>
                  <a:tcPr/>
                </a:tc>
                <a:extLst>
                  <a:ext uri="{0D108BD9-81ED-4DB2-BD59-A6C34878D82A}">
                    <a16:rowId xmlns:a16="http://schemas.microsoft.com/office/drawing/2014/main" val="4164163794"/>
                  </a:ext>
                </a:extLst>
              </a:tr>
              <a:tr h="385917">
                <a:tc>
                  <a:txBody>
                    <a:bodyPr/>
                    <a:lstStyle/>
                    <a:p>
                      <a:r>
                        <a:rPr lang="es-ES" dirty="0"/>
                        <a:t>13.2</a:t>
                      </a:r>
                    </a:p>
                  </a:txBody>
                  <a:tcPr/>
                </a:tc>
                <a:tc>
                  <a:txBody>
                    <a:bodyPr/>
                    <a:lstStyle/>
                    <a:p>
                      <a:r>
                        <a:rPr lang="es-ES" b="0" i="0" dirty="0">
                          <a:solidFill>
                            <a:schemeClr val="dk1"/>
                          </a:solidFill>
                          <a:effectLst/>
                          <a:latin typeface="+mn-lt"/>
                          <a:ea typeface="+mn-ea"/>
                          <a:cs typeface="+mn-cs"/>
                        </a:rPr>
                        <a:t>0.9430</a:t>
                      </a:r>
                      <a:endParaRPr lang="es-ES" dirty="0"/>
                    </a:p>
                  </a:txBody>
                  <a:tcPr/>
                </a:tc>
                <a:tc>
                  <a:txBody>
                    <a:bodyPr/>
                    <a:lstStyle/>
                    <a:p>
                      <a:r>
                        <a:rPr lang="es-ES" b="0" i="0" dirty="0">
                          <a:solidFill>
                            <a:schemeClr val="dk1"/>
                          </a:solidFill>
                          <a:effectLst/>
                          <a:latin typeface="+mn-lt"/>
                          <a:ea typeface="+mn-ea"/>
                          <a:cs typeface="+mn-cs"/>
                        </a:rPr>
                        <a:t>['0.2432', '0.2568', '0.2567', '0.2433']</a:t>
                      </a:r>
                      <a:endParaRPr lang="es-ES" dirty="0"/>
                    </a:p>
                  </a:txBody>
                  <a:tcPr/>
                </a:tc>
                <a:extLst>
                  <a:ext uri="{0D108BD9-81ED-4DB2-BD59-A6C34878D82A}">
                    <a16:rowId xmlns:a16="http://schemas.microsoft.com/office/drawing/2014/main" val="4255659296"/>
                  </a:ext>
                </a:extLst>
              </a:tr>
            </a:tbl>
          </a:graphicData>
        </a:graphic>
      </p:graphicFrame>
    </p:spTree>
    <p:extLst>
      <p:ext uri="{BB962C8B-B14F-4D97-AF65-F5344CB8AC3E}">
        <p14:creationId xmlns:p14="http://schemas.microsoft.com/office/powerpoint/2010/main" val="6998643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A1363-C83E-82B6-7BDE-AD2801F8B66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E256546-3103-104D-A87F-78AEBE5D595E}"/>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#5.2 – 1x4 Multimode Interference Coupler </a:t>
            </a:r>
            <a:br>
              <a:rPr lang="en-US" sz="2500" dirty="0"/>
            </a:br>
            <a:r>
              <a:rPr lang="en-US" b="0" dirty="0"/>
              <a:t>Wavelength 1.55 µm, </a:t>
            </a:r>
            <a:r>
              <a:rPr lang="en-US" b="0" dirty="0" err="1"/>
              <a:t>wMMI</a:t>
            </a:r>
            <a:r>
              <a:rPr lang="en-US" b="0" dirty="0"/>
              <a:t> = 13.2 µm</a:t>
            </a:r>
            <a:endParaRPr lang="en-US" sz="2500" b="0" dirty="0">
              <a:latin typeface="+mj-lt"/>
              <a:cs typeface="Lucida Sans"/>
            </a:endParaRPr>
          </a:p>
        </p:txBody>
      </p:sp>
      <p:pic>
        <p:nvPicPr>
          <p:cNvPr id="83" name="Gráfico 82">
            <a:extLst>
              <a:ext uri="{FF2B5EF4-FFF2-40B4-BE49-F238E27FC236}">
                <a16:creationId xmlns:a16="http://schemas.microsoft.com/office/drawing/2014/main" id="{4BFCA3D8-29F6-7091-7099-77888A9F863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2E75535-0FBC-4C5F-9AC5-7008914FCF56}"/>
              </a:ext>
            </a:extLst>
          </p:cNvPr>
          <p:cNvSpPr>
            <a:spLocks noGrp="1"/>
          </p:cNvSpPr>
          <p:nvPr>
            <p:ph type="sldNum" sz="quarter" idx="7"/>
          </p:nvPr>
        </p:nvSpPr>
        <p:spPr/>
        <p:txBody>
          <a:bodyPr/>
          <a:lstStyle/>
          <a:p>
            <a:fld id="{B6F15528-21DE-4FAA-801E-634DDDAF4B2B}" type="slidenum">
              <a:rPr lang="es-ES" smtClean="0"/>
              <a:t>13</a:t>
            </a:fld>
            <a:endParaRPr lang="es-ES"/>
          </a:p>
        </p:txBody>
      </p:sp>
      <p:sp>
        <p:nvSpPr>
          <p:cNvPr id="3" name="Marcador de pie de página 2">
            <a:extLst>
              <a:ext uri="{FF2B5EF4-FFF2-40B4-BE49-F238E27FC236}">
                <a16:creationId xmlns:a16="http://schemas.microsoft.com/office/drawing/2014/main" id="{07AC2AFF-A7D9-EBCD-7C5A-6CDF61B69366}"/>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42D73A2E-0E5A-8A39-6B70-F9E94D6DBB70}"/>
              </a:ext>
            </a:extLst>
          </p:cNvPr>
          <p:cNvSpPr txBox="1"/>
          <p:nvPr/>
        </p:nvSpPr>
        <p:spPr>
          <a:xfrm>
            <a:off x="609441" y="4819471"/>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Repeat all the design </a:t>
            </a:r>
            <a:r>
              <a:rPr lang="en-US" sz="1200">
                <a:latin typeface="Arial" panose="020B0604020202020204" pitchFamily="34" charset="0"/>
                <a:cs typeface="Arial" panose="020B0604020202020204" pitchFamily="34" charset="0"/>
              </a:rPr>
              <a:t>process for a </a:t>
            </a:r>
            <a:r>
              <a:rPr lang="en-US" sz="1200" dirty="0">
                <a:latin typeface="Arial" panose="020B0604020202020204" pitchFamily="34" charset="0"/>
                <a:cs typeface="Arial" panose="020B0604020202020204" pitchFamily="34" charset="0"/>
              </a:rPr>
              <a:t>1x4 MMI Coupler.  </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AFB86587-21D4-5A33-7D00-DDF170C919BA}"/>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3" name="Tabla 6">
            <a:extLst>
              <a:ext uri="{FF2B5EF4-FFF2-40B4-BE49-F238E27FC236}">
                <a16:creationId xmlns:a16="http://schemas.microsoft.com/office/drawing/2014/main" id="{BFA61449-D3E5-4649-922F-B126177DC082}"/>
              </a:ext>
            </a:extLst>
          </p:cNvPr>
          <p:cNvGraphicFramePr>
            <a:graphicFrameLocks noGrp="1"/>
          </p:cNvGraphicFramePr>
          <p:nvPr>
            <p:extLst>
              <p:ext uri="{D42A27DB-BD31-4B8C-83A1-F6EECF244321}">
                <p14:modId xmlns:p14="http://schemas.microsoft.com/office/powerpoint/2010/main" val="27380287"/>
              </p:ext>
            </p:extLst>
          </p:nvPr>
        </p:nvGraphicFramePr>
        <p:xfrm>
          <a:off x="1420505" y="3746620"/>
          <a:ext cx="9525000" cy="743992"/>
        </p:xfrm>
        <a:graphic>
          <a:graphicData uri="http://schemas.openxmlformats.org/drawingml/2006/table">
            <a:tbl>
              <a:tblPr firstRow="1" bandRow="1">
                <a:tableStyleId>{5C22544A-7EE6-4342-B048-85BDC9FD1C3A}</a:tableStyleId>
              </a:tblPr>
              <a:tblGrid>
                <a:gridCol w="2761819">
                  <a:extLst>
                    <a:ext uri="{9D8B030D-6E8A-4147-A177-3AD203B41FA5}">
                      <a16:colId xmlns:a16="http://schemas.microsoft.com/office/drawing/2014/main" val="1794412849"/>
                    </a:ext>
                  </a:extLst>
                </a:gridCol>
                <a:gridCol w="609600">
                  <a:extLst>
                    <a:ext uri="{9D8B030D-6E8A-4147-A177-3AD203B41FA5}">
                      <a16:colId xmlns:a16="http://schemas.microsoft.com/office/drawing/2014/main" val="2100323231"/>
                    </a:ext>
                  </a:extLst>
                </a:gridCol>
                <a:gridCol w="685800">
                  <a:extLst>
                    <a:ext uri="{9D8B030D-6E8A-4147-A177-3AD203B41FA5}">
                      <a16:colId xmlns:a16="http://schemas.microsoft.com/office/drawing/2014/main" val="3349686945"/>
                    </a:ext>
                  </a:extLst>
                </a:gridCol>
                <a:gridCol w="1752600">
                  <a:extLst>
                    <a:ext uri="{9D8B030D-6E8A-4147-A177-3AD203B41FA5}">
                      <a16:colId xmlns:a16="http://schemas.microsoft.com/office/drawing/2014/main" val="2945410550"/>
                    </a:ext>
                  </a:extLst>
                </a:gridCol>
                <a:gridCol w="3715181">
                  <a:extLst>
                    <a:ext uri="{9D8B030D-6E8A-4147-A177-3AD203B41FA5}">
                      <a16:colId xmlns:a16="http://schemas.microsoft.com/office/drawing/2014/main" val="3998529583"/>
                    </a:ext>
                  </a:extLst>
                </a:gridCol>
              </a:tblGrid>
              <a:tr h="378232">
                <a:tc>
                  <a:txBody>
                    <a:bodyPr/>
                    <a:lstStyle/>
                    <a:p>
                      <a:r>
                        <a:rPr lang="es-ES" dirty="0"/>
                        <a:t>I/O </a:t>
                      </a:r>
                      <a:r>
                        <a:rPr lang="es-ES" dirty="0" err="1"/>
                        <a:t>waveguide</a:t>
                      </a:r>
                      <a:r>
                        <a:rPr lang="es-ES" dirty="0"/>
                        <a:t> </a:t>
                      </a:r>
                      <a:r>
                        <a:rPr lang="es-ES" dirty="0" err="1"/>
                        <a:t>width</a:t>
                      </a:r>
                      <a:r>
                        <a:rPr lang="es-ES" dirty="0"/>
                        <a:t> (</a:t>
                      </a:r>
                      <a:r>
                        <a:rPr lang="es-ES" dirty="0" err="1"/>
                        <a:t>um</a:t>
                      </a:r>
                      <a:r>
                        <a:rPr lang="es-ES" dirty="0"/>
                        <a:t>)</a:t>
                      </a:r>
                    </a:p>
                  </a:txBody>
                  <a:tcPr/>
                </a:tc>
                <a:tc>
                  <a:txBody>
                    <a:bodyPr/>
                    <a:lstStyle/>
                    <a:p>
                      <a:r>
                        <a:rPr lang="es-ES" dirty="0" err="1"/>
                        <a:t>dy</a:t>
                      </a:r>
                      <a:endParaRPr lang="es-ES" dirty="0"/>
                    </a:p>
                  </a:txBody>
                  <a:tcPr/>
                </a:tc>
                <a:tc>
                  <a:txBody>
                    <a:bodyPr/>
                    <a:lstStyle/>
                    <a:p>
                      <a:r>
                        <a:rPr lang="es-ES" dirty="0" err="1"/>
                        <a:t>dL</a:t>
                      </a:r>
                      <a:endParaRPr lang="es-ES" dirty="0"/>
                    </a:p>
                  </a:txBody>
                  <a:tcPr/>
                </a:tc>
                <a:tc>
                  <a:txBody>
                    <a:bodyPr/>
                    <a:lstStyle/>
                    <a:p>
                      <a:r>
                        <a:rPr lang="es-ES" dirty="0" err="1"/>
                        <a:t>Excess</a:t>
                      </a:r>
                      <a:r>
                        <a:rPr lang="es-ES" dirty="0"/>
                        <a:t> </a:t>
                      </a:r>
                      <a:r>
                        <a:rPr lang="es-ES" dirty="0" err="1"/>
                        <a:t>Loss</a:t>
                      </a:r>
                      <a:r>
                        <a:rPr lang="es-ES" dirty="0"/>
                        <a:t> [dB]</a:t>
                      </a:r>
                    </a:p>
                  </a:txBody>
                  <a:tcPr/>
                </a:tc>
                <a:tc>
                  <a:txBody>
                    <a:bodyPr/>
                    <a:lstStyle/>
                    <a:p>
                      <a:r>
                        <a:rPr lang="es-ES" b="1" i="0" dirty="0">
                          <a:solidFill>
                            <a:schemeClr val="lt1"/>
                          </a:solidFill>
                          <a:effectLst/>
                          <a:latin typeface="+mn-lt"/>
                          <a:ea typeface="+mn-ea"/>
                          <a:cs typeface="+mn-cs"/>
                        </a:rPr>
                        <a:t>Ratio </a:t>
                      </a:r>
                      <a:r>
                        <a:rPr lang="es-ES" b="1" i="0" dirty="0" err="1">
                          <a:solidFill>
                            <a:schemeClr val="lt1"/>
                          </a:solidFill>
                          <a:effectLst/>
                          <a:latin typeface="+mn-lt"/>
                          <a:ea typeface="+mn-ea"/>
                          <a:cs typeface="+mn-cs"/>
                        </a:rPr>
                        <a:t>over</a:t>
                      </a:r>
                      <a:r>
                        <a:rPr lang="es-ES" b="1" i="0" dirty="0">
                          <a:solidFill>
                            <a:schemeClr val="lt1"/>
                          </a:solidFill>
                          <a:effectLst/>
                          <a:latin typeface="+mn-lt"/>
                          <a:ea typeface="+mn-ea"/>
                          <a:cs typeface="+mn-cs"/>
                        </a:rPr>
                        <a:t> </a:t>
                      </a:r>
                      <a:r>
                        <a:rPr lang="es-ES" b="1" i="0" dirty="0" err="1">
                          <a:solidFill>
                            <a:schemeClr val="lt1"/>
                          </a:solidFill>
                          <a:effectLst/>
                          <a:latin typeface="+mn-lt"/>
                          <a:ea typeface="+mn-ea"/>
                          <a:cs typeface="+mn-cs"/>
                        </a:rPr>
                        <a:t>OUTs</a:t>
                      </a:r>
                      <a:r>
                        <a:rPr lang="es-ES" b="1" i="0" dirty="0">
                          <a:solidFill>
                            <a:schemeClr val="lt1"/>
                          </a:solidFill>
                          <a:effectLst/>
                          <a:latin typeface="+mn-lt"/>
                          <a:ea typeface="+mn-ea"/>
                          <a:cs typeface="+mn-cs"/>
                        </a:rPr>
                        <a:t> </a:t>
                      </a:r>
                      <a:endParaRPr lang="es-ES" b="1" dirty="0"/>
                    </a:p>
                  </a:txBody>
                  <a:tcPr/>
                </a:tc>
                <a:extLst>
                  <a:ext uri="{0D108BD9-81ED-4DB2-BD59-A6C34878D82A}">
                    <a16:rowId xmlns:a16="http://schemas.microsoft.com/office/drawing/2014/main" val="4164163794"/>
                  </a:ext>
                </a:extLst>
              </a:tr>
              <a:tr h="305986">
                <a:tc>
                  <a:txBody>
                    <a:bodyPr/>
                    <a:lstStyle/>
                    <a:p>
                      <a:r>
                        <a:rPr lang="es-ES" dirty="0"/>
                        <a:t>13.2</a:t>
                      </a:r>
                    </a:p>
                  </a:txBody>
                  <a:tcPr/>
                </a:tc>
                <a:tc>
                  <a:txBody>
                    <a:bodyPr/>
                    <a:lstStyle/>
                    <a:p>
                      <a:r>
                        <a:rPr lang="es-ES" dirty="0"/>
                        <a:t>0.07</a:t>
                      </a:r>
                    </a:p>
                  </a:txBody>
                  <a:tcPr/>
                </a:tc>
                <a:tc>
                  <a:txBody>
                    <a:bodyPr/>
                    <a:lstStyle/>
                    <a:p>
                      <a:r>
                        <a:rPr lang="es-ES" dirty="0"/>
                        <a:t>-1.1</a:t>
                      </a:r>
                    </a:p>
                  </a:txBody>
                  <a:tcPr/>
                </a:tc>
                <a:tc>
                  <a:txBody>
                    <a:bodyPr/>
                    <a:lstStyle/>
                    <a:p>
                      <a:r>
                        <a:rPr lang="es-ES" b="0" i="0" dirty="0">
                          <a:solidFill>
                            <a:schemeClr val="dk1"/>
                          </a:solidFill>
                          <a:effectLst/>
                          <a:latin typeface="+mn-lt"/>
                          <a:ea typeface="+mn-ea"/>
                          <a:cs typeface="+mn-cs"/>
                        </a:rPr>
                        <a:t>0.7777</a:t>
                      </a:r>
                      <a:endParaRPr lang="es-ES" dirty="0"/>
                    </a:p>
                  </a:txBody>
                  <a:tcPr/>
                </a:tc>
                <a:tc>
                  <a:txBody>
                    <a:bodyPr/>
                    <a:lstStyle/>
                    <a:p>
                      <a:r>
                        <a:rPr lang="es-ES" b="0" i="0" dirty="0">
                          <a:solidFill>
                            <a:schemeClr val="dk1"/>
                          </a:solidFill>
                          <a:effectLst/>
                          <a:latin typeface="+mn-lt"/>
                          <a:ea typeface="+mn-ea"/>
                          <a:cs typeface="+mn-cs"/>
                        </a:rPr>
                        <a:t>['0.2481', '0.2520', '0.2519', '0.2481']</a:t>
                      </a:r>
                      <a:endParaRPr lang="es-ES" dirty="0"/>
                    </a:p>
                  </a:txBody>
                  <a:tcPr/>
                </a:tc>
                <a:extLst>
                  <a:ext uri="{0D108BD9-81ED-4DB2-BD59-A6C34878D82A}">
                    <a16:rowId xmlns:a16="http://schemas.microsoft.com/office/drawing/2014/main" val="4255659296"/>
                  </a:ext>
                </a:extLst>
              </a:tr>
            </a:tbl>
          </a:graphicData>
        </a:graphic>
      </p:graphicFrame>
      <p:pic>
        <p:nvPicPr>
          <p:cNvPr id="6" name="Imagen 5">
            <a:extLst>
              <a:ext uri="{FF2B5EF4-FFF2-40B4-BE49-F238E27FC236}">
                <a16:creationId xmlns:a16="http://schemas.microsoft.com/office/drawing/2014/main" id="{DBE7AEC8-B283-4AAA-8DDC-14279906D0FE}"/>
              </a:ext>
            </a:extLst>
          </p:cNvPr>
          <p:cNvPicPr>
            <a:picLocks noChangeAspect="1"/>
          </p:cNvPicPr>
          <p:nvPr/>
        </p:nvPicPr>
        <p:blipFill>
          <a:blip r:embed="rId5"/>
          <a:stretch>
            <a:fillRect/>
          </a:stretch>
        </p:blipFill>
        <p:spPr>
          <a:xfrm>
            <a:off x="6349210" y="1580895"/>
            <a:ext cx="4090190" cy="1859894"/>
          </a:xfrm>
          <a:prstGeom prst="rect">
            <a:avLst/>
          </a:prstGeom>
        </p:spPr>
      </p:pic>
      <p:pic>
        <p:nvPicPr>
          <p:cNvPr id="14" name="Imagen 13">
            <a:extLst>
              <a:ext uri="{FF2B5EF4-FFF2-40B4-BE49-F238E27FC236}">
                <a16:creationId xmlns:a16="http://schemas.microsoft.com/office/drawing/2014/main" id="{1E88AF16-E05E-4682-982C-C0D1C1C958AC}"/>
              </a:ext>
            </a:extLst>
          </p:cNvPr>
          <p:cNvPicPr>
            <a:picLocks noChangeAspect="1"/>
          </p:cNvPicPr>
          <p:nvPr/>
        </p:nvPicPr>
        <p:blipFill>
          <a:blip r:embed="rId6"/>
          <a:stretch>
            <a:fillRect/>
          </a:stretch>
        </p:blipFill>
        <p:spPr>
          <a:xfrm>
            <a:off x="1672389" y="1763003"/>
            <a:ext cx="4568966" cy="1982008"/>
          </a:xfrm>
          <a:prstGeom prst="rect">
            <a:avLst/>
          </a:prstGeom>
        </p:spPr>
      </p:pic>
    </p:spTree>
    <p:extLst>
      <p:ext uri="{BB962C8B-B14F-4D97-AF65-F5344CB8AC3E}">
        <p14:creationId xmlns:p14="http://schemas.microsoft.com/office/powerpoint/2010/main" val="24272204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A1363-C83E-82B6-7BDE-AD2801F8B66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E256546-3103-104D-A87F-78AEBE5D595E}"/>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#5.3 – 1x4 Multimode Interference Coupler </a:t>
            </a:r>
            <a:br>
              <a:rPr lang="en-US" sz="2500" dirty="0"/>
            </a:br>
            <a:r>
              <a:rPr lang="en-US" b="0" dirty="0"/>
              <a:t>Wavelength 1.55 µm, </a:t>
            </a:r>
            <a:r>
              <a:rPr lang="en-US" b="0" dirty="0" err="1"/>
              <a:t>wMMI</a:t>
            </a:r>
            <a:r>
              <a:rPr lang="en-US" b="0" dirty="0"/>
              <a:t> = 13.2 µm</a:t>
            </a:r>
            <a:endParaRPr lang="en-US" sz="2500" b="0" dirty="0">
              <a:latin typeface="+mj-lt"/>
              <a:cs typeface="Lucida Sans"/>
            </a:endParaRPr>
          </a:p>
        </p:txBody>
      </p:sp>
      <p:pic>
        <p:nvPicPr>
          <p:cNvPr id="83" name="Gráfico 82">
            <a:extLst>
              <a:ext uri="{FF2B5EF4-FFF2-40B4-BE49-F238E27FC236}">
                <a16:creationId xmlns:a16="http://schemas.microsoft.com/office/drawing/2014/main" id="{4BFCA3D8-29F6-7091-7099-77888A9F863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2E75535-0FBC-4C5F-9AC5-7008914FCF56}"/>
              </a:ext>
            </a:extLst>
          </p:cNvPr>
          <p:cNvSpPr>
            <a:spLocks noGrp="1"/>
          </p:cNvSpPr>
          <p:nvPr>
            <p:ph type="sldNum" sz="quarter" idx="7"/>
          </p:nvPr>
        </p:nvSpPr>
        <p:spPr/>
        <p:txBody>
          <a:bodyPr/>
          <a:lstStyle/>
          <a:p>
            <a:fld id="{B6F15528-21DE-4FAA-801E-634DDDAF4B2B}" type="slidenum">
              <a:rPr lang="es-ES" smtClean="0"/>
              <a:t>14</a:t>
            </a:fld>
            <a:endParaRPr lang="es-ES"/>
          </a:p>
        </p:txBody>
      </p:sp>
      <p:sp>
        <p:nvSpPr>
          <p:cNvPr id="3" name="Marcador de pie de página 2">
            <a:extLst>
              <a:ext uri="{FF2B5EF4-FFF2-40B4-BE49-F238E27FC236}">
                <a16:creationId xmlns:a16="http://schemas.microsoft.com/office/drawing/2014/main" id="{07AC2AFF-A7D9-EBCD-7C5A-6CDF61B69366}"/>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42D73A2E-0E5A-8A39-6B70-F9E94D6DBB70}"/>
              </a:ext>
            </a:extLst>
          </p:cNvPr>
          <p:cNvSpPr txBox="1"/>
          <p:nvPr/>
        </p:nvSpPr>
        <p:spPr>
          <a:xfrm>
            <a:off x="609441" y="4819471"/>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Repeat all the design </a:t>
            </a:r>
            <a:r>
              <a:rPr lang="en-US" sz="1200">
                <a:latin typeface="Arial" panose="020B0604020202020204" pitchFamily="34" charset="0"/>
                <a:cs typeface="Arial" panose="020B0604020202020204" pitchFamily="34" charset="0"/>
              </a:rPr>
              <a:t>process for a </a:t>
            </a:r>
            <a:r>
              <a:rPr lang="en-US" sz="1200" dirty="0">
                <a:latin typeface="Arial" panose="020B0604020202020204" pitchFamily="34" charset="0"/>
                <a:cs typeface="Arial" panose="020B0604020202020204" pitchFamily="34" charset="0"/>
              </a:rPr>
              <a:t>1x4 MMI Coupler.  </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AFB86587-21D4-5A33-7D00-DDF170C919BA}"/>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n 5">
            <a:extLst>
              <a:ext uri="{FF2B5EF4-FFF2-40B4-BE49-F238E27FC236}">
                <a16:creationId xmlns:a16="http://schemas.microsoft.com/office/drawing/2014/main" id="{76B707A9-F2F1-4E7D-8B3F-3D17437C96D1}"/>
              </a:ext>
            </a:extLst>
          </p:cNvPr>
          <p:cNvPicPr>
            <a:picLocks noChangeAspect="1"/>
          </p:cNvPicPr>
          <p:nvPr/>
        </p:nvPicPr>
        <p:blipFill>
          <a:blip r:embed="rId5"/>
          <a:stretch>
            <a:fillRect/>
          </a:stretch>
        </p:blipFill>
        <p:spPr>
          <a:xfrm>
            <a:off x="6668674" y="1752178"/>
            <a:ext cx="3581468" cy="1768066"/>
          </a:xfrm>
          <a:prstGeom prst="rect">
            <a:avLst/>
          </a:prstGeom>
        </p:spPr>
      </p:pic>
      <p:pic>
        <p:nvPicPr>
          <p:cNvPr id="11" name="Imagen 10">
            <a:extLst>
              <a:ext uri="{FF2B5EF4-FFF2-40B4-BE49-F238E27FC236}">
                <a16:creationId xmlns:a16="http://schemas.microsoft.com/office/drawing/2014/main" id="{09844E23-9D13-4A88-8C38-E00376B8A36A}"/>
              </a:ext>
            </a:extLst>
          </p:cNvPr>
          <p:cNvPicPr>
            <a:picLocks noChangeAspect="1"/>
          </p:cNvPicPr>
          <p:nvPr/>
        </p:nvPicPr>
        <p:blipFill>
          <a:blip r:embed="rId6"/>
          <a:stretch>
            <a:fillRect/>
          </a:stretch>
        </p:blipFill>
        <p:spPr>
          <a:xfrm>
            <a:off x="1162062" y="1541297"/>
            <a:ext cx="4953991" cy="2131770"/>
          </a:xfrm>
          <a:prstGeom prst="rect">
            <a:avLst/>
          </a:prstGeom>
        </p:spPr>
      </p:pic>
      <p:graphicFrame>
        <p:nvGraphicFramePr>
          <p:cNvPr id="15" name="Tabla 6">
            <a:extLst>
              <a:ext uri="{FF2B5EF4-FFF2-40B4-BE49-F238E27FC236}">
                <a16:creationId xmlns:a16="http://schemas.microsoft.com/office/drawing/2014/main" id="{31D23819-ED85-4903-A11C-ED9A992A4C34}"/>
              </a:ext>
            </a:extLst>
          </p:cNvPr>
          <p:cNvGraphicFramePr>
            <a:graphicFrameLocks noGrp="1"/>
          </p:cNvGraphicFramePr>
          <p:nvPr>
            <p:extLst>
              <p:ext uri="{D42A27DB-BD31-4B8C-83A1-F6EECF244321}">
                <p14:modId xmlns:p14="http://schemas.microsoft.com/office/powerpoint/2010/main" val="3200311329"/>
              </p:ext>
            </p:extLst>
          </p:nvPr>
        </p:nvGraphicFramePr>
        <p:xfrm>
          <a:off x="1420505" y="3746620"/>
          <a:ext cx="9525000" cy="743992"/>
        </p:xfrm>
        <a:graphic>
          <a:graphicData uri="http://schemas.openxmlformats.org/drawingml/2006/table">
            <a:tbl>
              <a:tblPr firstRow="1" bandRow="1">
                <a:tableStyleId>{5C22544A-7EE6-4342-B048-85BDC9FD1C3A}</a:tableStyleId>
              </a:tblPr>
              <a:tblGrid>
                <a:gridCol w="2761819">
                  <a:extLst>
                    <a:ext uri="{9D8B030D-6E8A-4147-A177-3AD203B41FA5}">
                      <a16:colId xmlns:a16="http://schemas.microsoft.com/office/drawing/2014/main" val="1794412849"/>
                    </a:ext>
                  </a:extLst>
                </a:gridCol>
                <a:gridCol w="609600">
                  <a:extLst>
                    <a:ext uri="{9D8B030D-6E8A-4147-A177-3AD203B41FA5}">
                      <a16:colId xmlns:a16="http://schemas.microsoft.com/office/drawing/2014/main" val="2100323231"/>
                    </a:ext>
                  </a:extLst>
                </a:gridCol>
                <a:gridCol w="685800">
                  <a:extLst>
                    <a:ext uri="{9D8B030D-6E8A-4147-A177-3AD203B41FA5}">
                      <a16:colId xmlns:a16="http://schemas.microsoft.com/office/drawing/2014/main" val="3349686945"/>
                    </a:ext>
                  </a:extLst>
                </a:gridCol>
                <a:gridCol w="1752600">
                  <a:extLst>
                    <a:ext uri="{9D8B030D-6E8A-4147-A177-3AD203B41FA5}">
                      <a16:colId xmlns:a16="http://schemas.microsoft.com/office/drawing/2014/main" val="2945410550"/>
                    </a:ext>
                  </a:extLst>
                </a:gridCol>
                <a:gridCol w="3715181">
                  <a:extLst>
                    <a:ext uri="{9D8B030D-6E8A-4147-A177-3AD203B41FA5}">
                      <a16:colId xmlns:a16="http://schemas.microsoft.com/office/drawing/2014/main" val="3998529583"/>
                    </a:ext>
                  </a:extLst>
                </a:gridCol>
              </a:tblGrid>
              <a:tr h="378232">
                <a:tc>
                  <a:txBody>
                    <a:bodyPr/>
                    <a:lstStyle/>
                    <a:p>
                      <a:r>
                        <a:rPr lang="es-ES" dirty="0"/>
                        <a:t>I/O </a:t>
                      </a:r>
                      <a:r>
                        <a:rPr lang="es-ES" dirty="0" err="1"/>
                        <a:t>waveguide</a:t>
                      </a:r>
                      <a:r>
                        <a:rPr lang="es-ES" dirty="0"/>
                        <a:t> </a:t>
                      </a:r>
                      <a:r>
                        <a:rPr lang="es-ES" dirty="0" err="1"/>
                        <a:t>width</a:t>
                      </a:r>
                      <a:r>
                        <a:rPr lang="es-ES" dirty="0"/>
                        <a:t> (</a:t>
                      </a:r>
                      <a:r>
                        <a:rPr lang="es-ES" dirty="0" err="1"/>
                        <a:t>um</a:t>
                      </a:r>
                      <a:r>
                        <a:rPr lang="es-ES" dirty="0"/>
                        <a:t>)</a:t>
                      </a:r>
                    </a:p>
                  </a:txBody>
                  <a:tcPr/>
                </a:tc>
                <a:tc>
                  <a:txBody>
                    <a:bodyPr/>
                    <a:lstStyle/>
                    <a:p>
                      <a:r>
                        <a:rPr lang="es-ES" dirty="0" err="1"/>
                        <a:t>dy</a:t>
                      </a:r>
                      <a:endParaRPr lang="es-ES" dirty="0"/>
                    </a:p>
                  </a:txBody>
                  <a:tcPr/>
                </a:tc>
                <a:tc>
                  <a:txBody>
                    <a:bodyPr/>
                    <a:lstStyle/>
                    <a:p>
                      <a:r>
                        <a:rPr lang="es-ES" dirty="0" err="1"/>
                        <a:t>dL</a:t>
                      </a:r>
                      <a:endParaRPr lang="es-ES" dirty="0"/>
                    </a:p>
                  </a:txBody>
                  <a:tcPr/>
                </a:tc>
                <a:tc>
                  <a:txBody>
                    <a:bodyPr/>
                    <a:lstStyle/>
                    <a:p>
                      <a:r>
                        <a:rPr lang="es-ES" dirty="0" err="1"/>
                        <a:t>Excess</a:t>
                      </a:r>
                      <a:r>
                        <a:rPr lang="es-ES" dirty="0"/>
                        <a:t> </a:t>
                      </a:r>
                      <a:r>
                        <a:rPr lang="es-ES" dirty="0" err="1"/>
                        <a:t>Loss</a:t>
                      </a:r>
                      <a:r>
                        <a:rPr lang="es-ES" dirty="0"/>
                        <a:t> [dB]</a:t>
                      </a:r>
                    </a:p>
                  </a:txBody>
                  <a:tcPr/>
                </a:tc>
                <a:tc>
                  <a:txBody>
                    <a:bodyPr/>
                    <a:lstStyle/>
                    <a:p>
                      <a:r>
                        <a:rPr lang="es-ES" b="1" i="0" dirty="0">
                          <a:solidFill>
                            <a:schemeClr val="lt1"/>
                          </a:solidFill>
                          <a:effectLst/>
                          <a:latin typeface="+mn-lt"/>
                          <a:ea typeface="+mn-ea"/>
                          <a:cs typeface="+mn-cs"/>
                        </a:rPr>
                        <a:t>Ratio </a:t>
                      </a:r>
                      <a:r>
                        <a:rPr lang="es-ES" b="1" i="0" dirty="0" err="1">
                          <a:solidFill>
                            <a:schemeClr val="lt1"/>
                          </a:solidFill>
                          <a:effectLst/>
                          <a:latin typeface="+mn-lt"/>
                          <a:ea typeface="+mn-ea"/>
                          <a:cs typeface="+mn-cs"/>
                        </a:rPr>
                        <a:t>over</a:t>
                      </a:r>
                      <a:r>
                        <a:rPr lang="es-ES" b="1" i="0" dirty="0">
                          <a:solidFill>
                            <a:schemeClr val="lt1"/>
                          </a:solidFill>
                          <a:effectLst/>
                          <a:latin typeface="+mn-lt"/>
                          <a:ea typeface="+mn-ea"/>
                          <a:cs typeface="+mn-cs"/>
                        </a:rPr>
                        <a:t> </a:t>
                      </a:r>
                      <a:r>
                        <a:rPr lang="es-ES" b="1" i="0" dirty="0" err="1">
                          <a:solidFill>
                            <a:schemeClr val="lt1"/>
                          </a:solidFill>
                          <a:effectLst/>
                          <a:latin typeface="+mn-lt"/>
                          <a:ea typeface="+mn-ea"/>
                          <a:cs typeface="+mn-cs"/>
                        </a:rPr>
                        <a:t>OUTs</a:t>
                      </a:r>
                      <a:r>
                        <a:rPr lang="es-ES" b="1" i="0" dirty="0">
                          <a:solidFill>
                            <a:schemeClr val="lt1"/>
                          </a:solidFill>
                          <a:effectLst/>
                          <a:latin typeface="+mn-lt"/>
                          <a:ea typeface="+mn-ea"/>
                          <a:cs typeface="+mn-cs"/>
                        </a:rPr>
                        <a:t> </a:t>
                      </a:r>
                      <a:endParaRPr lang="es-ES" b="1" dirty="0"/>
                    </a:p>
                  </a:txBody>
                  <a:tcPr/>
                </a:tc>
                <a:extLst>
                  <a:ext uri="{0D108BD9-81ED-4DB2-BD59-A6C34878D82A}">
                    <a16:rowId xmlns:a16="http://schemas.microsoft.com/office/drawing/2014/main" val="4164163794"/>
                  </a:ext>
                </a:extLst>
              </a:tr>
              <a:tr h="305986">
                <a:tc>
                  <a:txBody>
                    <a:bodyPr/>
                    <a:lstStyle/>
                    <a:p>
                      <a:r>
                        <a:rPr lang="es-ES" dirty="0"/>
                        <a:t>13.2 + 1.35</a:t>
                      </a:r>
                    </a:p>
                  </a:txBody>
                  <a:tcPr/>
                </a:tc>
                <a:tc>
                  <a:txBody>
                    <a:bodyPr/>
                    <a:lstStyle/>
                    <a:p>
                      <a:r>
                        <a:rPr lang="es-ES" dirty="0"/>
                        <a:t>0.07</a:t>
                      </a:r>
                    </a:p>
                  </a:txBody>
                  <a:tcPr/>
                </a:tc>
                <a:tc>
                  <a:txBody>
                    <a:bodyPr/>
                    <a:lstStyle/>
                    <a:p>
                      <a:r>
                        <a:rPr lang="es-ES" dirty="0"/>
                        <a:t>-1.1</a:t>
                      </a:r>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4255659296"/>
                  </a:ext>
                </a:extLst>
              </a:tr>
            </a:tbl>
          </a:graphicData>
        </a:graphic>
      </p:graphicFrame>
    </p:spTree>
    <p:extLst>
      <p:ext uri="{BB962C8B-B14F-4D97-AF65-F5344CB8AC3E}">
        <p14:creationId xmlns:p14="http://schemas.microsoft.com/office/powerpoint/2010/main" val="1329759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60F79-E2ED-1B1B-6289-A1259E80858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AC39480-E3E5-69B1-401F-A50C45531EF2}"/>
              </a:ext>
            </a:extLst>
          </p:cNvPr>
          <p:cNvSpPr txBox="1">
            <a:spLocks noGrp="1"/>
          </p:cNvSpPr>
          <p:nvPr>
            <p:ph type="title"/>
          </p:nvPr>
        </p:nvSpPr>
        <p:spPr>
          <a:xfrm>
            <a:off x="685800" y="408883"/>
            <a:ext cx="10994410" cy="1474763"/>
          </a:xfrm>
          <a:prstGeom prst="rect">
            <a:avLst/>
          </a:prstGeom>
        </p:spPr>
        <p:txBody>
          <a:bodyPr vert="horz" wrap="square" lIns="0" tIns="12700" rIns="0" bIns="0" rtlCol="0">
            <a:spAutoFit/>
          </a:bodyPr>
          <a:lstStyle/>
          <a:p>
            <a:pPr marL="12700">
              <a:lnSpc>
                <a:spcPct val="100000"/>
              </a:lnSpc>
              <a:spcBef>
                <a:spcPts val="100"/>
              </a:spcBef>
            </a:pPr>
            <a:r>
              <a:rPr lang="en-US" sz="2500" dirty="0"/>
              <a:t>Extra #1 – Directional wavelength dependence</a:t>
            </a:r>
            <a:br>
              <a:rPr lang="en-US" sz="2500" dirty="0"/>
            </a:br>
            <a:r>
              <a:rPr lang="en-US" b="0" dirty="0"/>
              <a:t>Wavelengths </a:t>
            </a:r>
            <a:r>
              <a:rPr lang="en-US" dirty="0"/>
              <a:t>from 1.5 to 1.7 µm</a:t>
            </a:r>
            <a:r>
              <a:rPr lang="en-US" b="0" dirty="0"/>
              <a:t>, gap = 0.6 µm, width 1.0 µm</a:t>
            </a:r>
            <a:br>
              <a:rPr lang="en-US" b="0" dirty="0"/>
            </a:b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4BEE8680-2E49-EF52-0E73-7736679A4D7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3F99BBB-5F10-0BE4-E2DE-E78EAA82F552}"/>
              </a:ext>
            </a:extLst>
          </p:cNvPr>
          <p:cNvSpPr>
            <a:spLocks noGrp="1"/>
          </p:cNvSpPr>
          <p:nvPr>
            <p:ph type="sldNum" sz="quarter" idx="7"/>
          </p:nvPr>
        </p:nvSpPr>
        <p:spPr/>
        <p:txBody>
          <a:bodyPr/>
          <a:lstStyle/>
          <a:p>
            <a:fld id="{B6F15528-21DE-4FAA-801E-634DDDAF4B2B}" type="slidenum">
              <a:rPr lang="es-ES" smtClean="0"/>
              <a:t>15</a:t>
            </a:fld>
            <a:endParaRPr lang="es-ES"/>
          </a:p>
        </p:txBody>
      </p:sp>
      <p:sp>
        <p:nvSpPr>
          <p:cNvPr id="3" name="Marcador de pie de página 2">
            <a:extLst>
              <a:ext uri="{FF2B5EF4-FFF2-40B4-BE49-F238E27FC236}">
                <a16:creationId xmlns:a16="http://schemas.microsoft.com/office/drawing/2014/main" id="{52B2FA4B-8D15-84DC-29D1-94F9F850476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181326FD-308E-2C47-D5D2-57B3357241AA}"/>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5" name="Rectángulo 4">
            <a:extLst>
              <a:ext uri="{FF2B5EF4-FFF2-40B4-BE49-F238E27FC236}">
                <a16:creationId xmlns:a16="http://schemas.microsoft.com/office/drawing/2014/main" id="{B42E1AD9-10D4-8ACB-526F-2DA1DD2B9881}"/>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15ED9C7E-0684-E2B9-7FD6-9BCF17CC000A}"/>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5F16E403-DF61-C9A0-D57F-2E61BEFA8887}"/>
              </a:ext>
            </a:extLst>
          </p:cNvPr>
          <p:cNvSpPr txBox="1"/>
          <p:nvPr/>
        </p:nvSpPr>
        <p:spPr>
          <a:xfrm>
            <a:off x="6331152" y="4342178"/>
            <a:ext cx="2269787" cy="369332"/>
          </a:xfrm>
          <a:prstGeom prst="rect">
            <a:avLst/>
          </a:prstGeom>
          <a:noFill/>
        </p:spPr>
        <p:txBody>
          <a:bodyPr wrap="square">
            <a:spAutoFit/>
          </a:bodyPr>
          <a:lstStyle/>
          <a:p>
            <a:r>
              <a:rPr lang="en-US" dirty="0"/>
              <a:t>slab = 150nm</a:t>
            </a:r>
            <a:endParaRPr lang="es-ES" dirty="0"/>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B08C2240-8810-4E0A-7DCF-E62A8271EA2E}"/>
                  </a:ext>
                </a:extLst>
              </p:cNvPr>
              <p:cNvSpPr txBox="1"/>
              <p:nvPr/>
            </p:nvSpPr>
            <p:spPr>
              <a:xfrm>
                <a:off x="1079403" y="2709096"/>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a:t>
                </a:r>
                <a:r>
                  <a:rPr lang="en-US" dirty="0" err="1"/>
                  <a:t>wvl</a:t>
                </a:r>
                <a:r>
                  <a:rPr lang="en-US" dirty="0"/>
                  <a:t> for TE and TM plot here</a:t>
                </a:r>
              </a:p>
            </p:txBody>
          </p:sp>
        </mc:Choice>
        <mc:Fallback xmlns="">
          <p:sp>
            <p:nvSpPr>
              <p:cNvPr id="8" name="CuadroTexto 7">
                <a:extLst>
                  <a:ext uri="{FF2B5EF4-FFF2-40B4-BE49-F238E27FC236}">
                    <a16:creationId xmlns:a16="http://schemas.microsoft.com/office/drawing/2014/main" id="{B08C2240-8810-4E0A-7DCF-E62A8271EA2E}"/>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5"/>
                <a:stretch>
                  <a:fillRect t="-3289" b="-921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BBDDC809-0F06-CBE2-4D1A-3A2FA36C33A8}"/>
                  </a:ext>
                </a:extLst>
              </p:cNvPr>
              <p:cNvSpPr txBox="1"/>
              <p:nvPr/>
            </p:nvSpPr>
            <p:spPr>
              <a:xfrm>
                <a:off x="6883366" y="2709096"/>
                <a:ext cx="4546634" cy="923330"/>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a:t>
                </a:r>
                <a:r>
                  <a:rPr lang="en-US" dirty="0" err="1"/>
                  <a:t>wvl</a:t>
                </a:r>
                <a:r>
                  <a:rPr lang="en-US" dirty="0"/>
                  <a:t> for TE and TM plot here</a:t>
                </a:r>
              </a:p>
            </p:txBody>
          </p:sp>
        </mc:Choice>
        <mc:Fallback xmlns="">
          <p:sp>
            <p:nvSpPr>
              <p:cNvPr id="9" name="CuadroTexto 8">
                <a:extLst>
                  <a:ext uri="{FF2B5EF4-FFF2-40B4-BE49-F238E27FC236}">
                    <a16:creationId xmlns:a16="http://schemas.microsoft.com/office/drawing/2014/main" id="{BBDDC809-0F06-CBE2-4D1A-3A2FA36C33A8}"/>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6"/>
                <a:stretch>
                  <a:fillRect t="-3289" b="-9211"/>
                </a:stretch>
              </a:blipFill>
            </p:spPr>
            <p:txBody>
              <a:bodyPr/>
              <a:lstStyle/>
              <a:p>
                <a:r>
                  <a:rPr lang="es-ES">
                    <a:noFill/>
                  </a:rPr>
                  <a:t> </a:t>
                </a:r>
              </a:p>
            </p:txBody>
          </p:sp>
        </mc:Fallback>
      </mc:AlternateContent>
    </p:spTree>
    <p:extLst>
      <p:ext uri="{BB962C8B-B14F-4D97-AF65-F5344CB8AC3E}">
        <p14:creationId xmlns:p14="http://schemas.microsoft.com/office/powerpoint/2010/main" val="8135580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1090042"/>
          </a:xfrm>
          <a:prstGeom prst="rect">
            <a:avLst/>
          </a:prstGeom>
        </p:spPr>
        <p:txBody>
          <a:bodyPr vert="horz" wrap="square" lIns="0" tIns="12700" rIns="0" bIns="0" rtlCol="0">
            <a:spAutoFit/>
          </a:bodyPr>
          <a:lstStyle/>
          <a:p>
            <a:pPr marL="12700">
              <a:lnSpc>
                <a:spcPct val="100000"/>
              </a:lnSpc>
              <a:spcBef>
                <a:spcPts val="100"/>
              </a:spcBef>
            </a:pPr>
            <a:r>
              <a:rPr lang="en-US" sz="2500" dirty="0"/>
              <a:t>Extra #2 – Directional coupler gap dependence</a:t>
            </a:r>
            <a:br>
              <a:rPr lang="en-US" sz="2500" dirty="0"/>
            </a:br>
            <a:r>
              <a:rPr lang="en-US" b="0" dirty="0"/>
              <a:t>Wavelength 1.55 µm, width 1.0 µm, </a:t>
            </a:r>
            <a:r>
              <a:rPr lang="en-US" dirty="0"/>
              <a:t>gap 0.2-2.4 µm </a:t>
            </a:r>
            <a:r>
              <a:rPr lang="en-US" b="0" dirty="0"/>
              <a:t>(step 0.2 µm)</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16</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D0F8CF3B-B920-DBFC-F825-0C87B51EADA7}"/>
              </a:ext>
            </a:extLst>
          </p:cNvPr>
          <p:cNvSpPr txBox="1"/>
          <p:nvPr/>
        </p:nvSpPr>
        <p:spPr>
          <a:xfrm>
            <a:off x="609441" y="4860334"/>
            <a:ext cx="11199971" cy="1015663"/>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Make conclusions and observations from your results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5" name="Rectángulo 4">
            <a:extLst>
              <a:ext uri="{FF2B5EF4-FFF2-40B4-BE49-F238E27FC236}">
                <a16:creationId xmlns:a16="http://schemas.microsoft.com/office/drawing/2014/main" id="{E7488849-10A1-FB48-F511-E57B062CD7E2}"/>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68726DAB-1B5F-39D1-63A0-BB708EA6E17F}"/>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6D309BFB-98FD-0CBA-3C6A-346D8859893B}"/>
              </a:ext>
            </a:extLst>
          </p:cNvPr>
          <p:cNvSpPr txBox="1"/>
          <p:nvPr/>
        </p:nvSpPr>
        <p:spPr>
          <a:xfrm>
            <a:off x="6331152" y="4342178"/>
            <a:ext cx="2269787" cy="369332"/>
          </a:xfrm>
          <a:prstGeom prst="rect">
            <a:avLst/>
          </a:prstGeom>
          <a:noFill/>
        </p:spPr>
        <p:txBody>
          <a:bodyPr wrap="square">
            <a:spAutoFit/>
          </a:bodyPr>
          <a:lstStyle/>
          <a:p>
            <a:r>
              <a:rPr lang="en-US" dirty="0"/>
              <a:t>slab = 150nm</a:t>
            </a:r>
            <a:endParaRPr lang="es-ES" dirty="0"/>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E9BD6C85-02F1-7B54-41E3-E3D9883786D8}"/>
                  </a:ext>
                </a:extLst>
              </p:cNvPr>
              <p:cNvSpPr txBox="1"/>
              <p:nvPr/>
            </p:nvSpPr>
            <p:spPr>
              <a:xfrm>
                <a:off x="1079403" y="2709096"/>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gap for TE and TM plot here</a:t>
                </a:r>
              </a:p>
            </p:txBody>
          </p:sp>
        </mc:Choice>
        <mc:Fallback xmlns="">
          <p:sp>
            <p:nvSpPr>
              <p:cNvPr id="8" name="CuadroTexto 7">
                <a:extLst>
                  <a:ext uri="{FF2B5EF4-FFF2-40B4-BE49-F238E27FC236}">
                    <a16:creationId xmlns:a16="http://schemas.microsoft.com/office/drawing/2014/main" id="{E9BD6C85-02F1-7B54-41E3-E3D9883786D8}"/>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5"/>
                <a:stretch>
                  <a:fillRect t="-3289" b="-921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7431A41C-EEB3-44D0-4622-A915E258C8F0}"/>
                  </a:ext>
                </a:extLst>
              </p:cNvPr>
              <p:cNvSpPr txBox="1"/>
              <p:nvPr/>
            </p:nvSpPr>
            <p:spPr>
              <a:xfrm>
                <a:off x="6883366" y="2709096"/>
                <a:ext cx="4546634" cy="923330"/>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gap for TE and TM plot here</a:t>
                </a:r>
              </a:p>
            </p:txBody>
          </p:sp>
        </mc:Choice>
        <mc:Fallback xmlns="">
          <p:sp>
            <p:nvSpPr>
              <p:cNvPr id="9" name="CuadroTexto 8">
                <a:extLst>
                  <a:ext uri="{FF2B5EF4-FFF2-40B4-BE49-F238E27FC236}">
                    <a16:creationId xmlns:a16="http://schemas.microsoft.com/office/drawing/2014/main" id="{7431A41C-EEB3-44D0-4622-A915E258C8F0}"/>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6"/>
                <a:stretch>
                  <a:fillRect t="-3289" b="-9211"/>
                </a:stretch>
              </a:blipFill>
            </p:spPr>
            <p:txBody>
              <a:bodyPr/>
              <a:lstStyle/>
              <a:p>
                <a:r>
                  <a:rPr lang="es-ES">
                    <a:noFill/>
                  </a:rPr>
                  <a:t> </a:t>
                </a:r>
              </a:p>
            </p:txBody>
          </p:sp>
        </mc:Fallback>
      </mc:AlternateContent>
    </p:spTree>
    <p:extLst>
      <p:ext uri="{BB962C8B-B14F-4D97-AF65-F5344CB8AC3E}">
        <p14:creationId xmlns:p14="http://schemas.microsoft.com/office/powerpoint/2010/main" val="1797963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Extra #3 – MMI coupler wavelength dependence</a:t>
            </a:r>
            <a:br>
              <a:rPr lang="en-US" sz="2500" spc="-5" dirty="0">
                <a:latin typeface="+mj-lt"/>
                <a:cs typeface="Lucida Sans"/>
              </a:rPr>
            </a:br>
            <a:r>
              <a:rPr lang="en-US" b="0" dirty="0"/>
              <a:t>Wavelengths from 1.5 to 1.7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17</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82A62DD6-5488-72A1-9926-0CAEE59089A9}"/>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(Important. Compare with Directional Coupler)</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796EDE51-D41E-C23B-F402-2F7357DE8714}"/>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5A3233C9-FE6F-52D8-4D87-224222BDA8E1}"/>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a:extLst>
              <a:ext uri="{FF2B5EF4-FFF2-40B4-BE49-F238E27FC236}">
                <a16:creationId xmlns:a16="http://schemas.microsoft.com/office/drawing/2014/main" id="{0C016548-01A2-6E58-B80D-148384B98EB3}"/>
              </a:ext>
            </a:extLst>
          </p:cNvPr>
          <p:cNvSpPr txBox="1"/>
          <p:nvPr/>
        </p:nvSpPr>
        <p:spPr>
          <a:xfrm>
            <a:off x="6331152" y="4342178"/>
            <a:ext cx="2269787" cy="369332"/>
          </a:xfrm>
          <a:prstGeom prst="rect">
            <a:avLst/>
          </a:prstGeom>
          <a:noFill/>
        </p:spPr>
        <p:txBody>
          <a:bodyPr wrap="square">
            <a:spAutoFit/>
          </a:bodyPr>
          <a:lstStyle/>
          <a:p>
            <a:r>
              <a:rPr lang="en-US" dirty="0"/>
              <a:t>slab = 150nm</a:t>
            </a:r>
            <a:endParaRPr lang="es-ES" dirty="0"/>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075D03BE-0D6A-89E5-3C68-D7BD97B4676E}"/>
                  </a:ext>
                </a:extLst>
              </p:cNvPr>
              <p:cNvSpPr txBox="1"/>
              <p:nvPr/>
            </p:nvSpPr>
            <p:spPr>
              <a:xfrm>
                <a:off x="1079403" y="2709096"/>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a:t>
                </a:r>
                <a:r>
                  <a:rPr lang="en-US" dirty="0" err="1"/>
                  <a:t>wvl</a:t>
                </a:r>
                <a:r>
                  <a:rPr lang="en-US" dirty="0"/>
                  <a:t> for TE and TM plot here</a:t>
                </a:r>
              </a:p>
            </p:txBody>
          </p:sp>
        </mc:Choice>
        <mc:Fallback xmlns="">
          <p:sp>
            <p:nvSpPr>
              <p:cNvPr id="9" name="CuadroTexto 8">
                <a:extLst>
                  <a:ext uri="{FF2B5EF4-FFF2-40B4-BE49-F238E27FC236}">
                    <a16:creationId xmlns:a16="http://schemas.microsoft.com/office/drawing/2014/main" id="{075D03BE-0D6A-89E5-3C68-D7BD97B4676E}"/>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5"/>
                <a:stretch>
                  <a:fillRect t="-3289" b="-921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AC01EDEE-71CC-C570-700B-076F03FCF7E1}"/>
                  </a:ext>
                </a:extLst>
              </p:cNvPr>
              <p:cNvSpPr txBox="1"/>
              <p:nvPr/>
            </p:nvSpPr>
            <p:spPr>
              <a:xfrm>
                <a:off x="6883366" y="2709096"/>
                <a:ext cx="4546634" cy="923330"/>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a:t>
                </a:r>
                <a:r>
                  <a:rPr lang="en-US" dirty="0" err="1"/>
                  <a:t>wvl</a:t>
                </a:r>
                <a:r>
                  <a:rPr lang="en-US" dirty="0"/>
                  <a:t> for TE and TM plot here</a:t>
                </a:r>
              </a:p>
            </p:txBody>
          </p:sp>
        </mc:Choice>
        <mc:Fallback xmlns="">
          <p:sp>
            <p:nvSpPr>
              <p:cNvPr id="10" name="CuadroTexto 9">
                <a:extLst>
                  <a:ext uri="{FF2B5EF4-FFF2-40B4-BE49-F238E27FC236}">
                    <a16:creationId xmlns:a16="http://schemas.microsoft.com/office/drawing/2014/main" id="{AC01EDEE-71CC-C570-700B-076F03FCF7E1}"/>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6"/>
                <a:stretch>
                  <a:fillRect t="-3289" b="-9211"/>
                </a:stretch>
              </a:blipFill>
            </p:spPr>
            <p:txBody>
              <a:bodyPr/>
              <a:lstStyle/>
              <a:p>
                <a:r>
                  <a:rPr lang="es-ES">
                    <a:noFill/>
                  </a:rPr>
                  <a:t> </a:t>
                </a:r>
              </a:p>
            </p:txBody>
          </p:sp>
        </mc:Fallback>
      </mc:AlternateContent>
    </p:spTree>
    <p:extLst>
      <p:ext uri="{BB962C8B-B14F-4D97-AF65-F5344CB8AC3E}">
        <p14:creationId xmlns:p14="http://schemas.microsoft.com/office/powerpoint/2010/main" val="9551456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5C897-D580-E5C1-161C-F8E072695C0C}"/>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3FFBD12-4EFF-41C1-4765-2AD268B2BD9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Extra #4 – MMI coupler body width dependence</a:t>
            </a:r>
            <a:br>
              <a:rPr lang="en-US" sz="2500" spc="-5" dirty="0">
                <a:latin typeface="+mj-lt"/>
                <a:cs typeface="Lucida Sans"/>
              </a:rPr>
            </a:br>
            <a:r>
              <a:rPr lang="en-US" b="0" dirty="0"/>
              <a:t>Wavelength 1.55 µm, </a:t>
            </a:r>
            <a:r>
              <a:rPr lang="en-US" b="0" dirty="0" err="1"/>
              <a:t>wMMI</a:t>
            </a:r>
            <a:r>
              <a:rPr lang="en-US" b="0" dirty="0"/>
              <a:t> = 5-10 µm (steps 0.5 µm)</a:t>
            </a:r>
            <a:endParaRPr lang="en-US" sz="2500" b="0" dirty="0">
              <a:latin typeface="+mj-lt"/>
              <a:cs typeface="Lucida Sans"/>
            </a:endParaRPr>
          </a:p>
        </p:txBody>
      </p:sp>
      <p:pic>
        <p:nvPicPr>
          <p:cNvPr id="83" name="Gráfico 82">
            <a:extLst>
              <a:ext uri="{FF2B5EF4-FFF2-40B4-BE49-F238E27FC236}">
                <a16:creationId xmlns:a16="http://schemas.microsoft.com/office/drawing/2014/main" id="{C14AF521-052E-A1FA-D63D-CB0826C48D2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C87B233-8A68-967F-55BC-3A828B5F39BA}"/>
              </a:ext>
            </a:extLst>
          </p:cNvPr>
          <p:cNvSpPr>
            <a:spLocks noGrp="1"/>
          </p:cNvSpPr>
          <p:nvPr>
            <p:ph type="sldNum" sz="quarter" idx="7"/>
          </p:nvPr>
        </p:nvSpPr>
        <p:spPr/>
        <p:txBody>
          <a:bodyPr/>
          <a:lstStyle/>
          <a:p>
            <a:fld id="{B6F15528-21DE-4FAA-801E-634DDDAF4B2B}" type="slidenum">
              <a:rPr lang="es-ES" smtClean="0"/>
              <a:t>18</a:t>
            </a:fld>
            <a:endParaRPr lang="es-ES"/>
          </a:p>
        </p:txBody>
      </p:sp>
      <p:sp>
        <p:nvSpPr>
          <p:cNvPr id="3" name="Marcador de pie de página 2">
            <a:extLst>
              <a:ext uri="{FF2B5EF4-FFF2-40B4-BE49-F238E27FC236}">
                <a16:creationId xmlns:a16="http://schemas.microsoft.com/office/drawing/2014/main" id="{DB1B524E-0E15-1C98-31B0-C98BD07BFBE8}"/>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8D88CB07-C5F5-9BB7-9F41-E171F0F0E2B9}"/>
              </a:ext>
            </a:extLst>
          </p:cNvPr>
          <p:cNvSpPr txBox="1"/>
          <p:nvPr/>
        </p:nvSpPr>
        <p:spPr>
          <a:xfrm>
            <a:off x="609441" y="4860334"/>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Polarization independent coupler: is there any point for which the MMI coupler can work identically for TE and TM? Answer yes / no and explain why?</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B58B1BB0-E248-0BA3-D1B3-93649227103E}"/>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8E0E2533-B1CA-72C4-3859-1CBDD5887887}"/>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a:extLst>
              <a:ext uri="{FF2B5EF4-FFF2-40B4-BE49-F238E27FC236}">
                <a16:creationId xmlns:a16="http://schemas.microsoft.com/office/drawing/2014/main" id="{154B5534-E510-6404-1E30-B73FDF73AD42}"/>
              </a:ext>
            </a:extLst>
          </p:cNvPr>
          <p:cNvSpPr txBox="1"/>
          <p:nvPr/>
        </p:nvSpPr>
        <p:spPr>
          <a:xfrm>
            <a:off x="6331152" y="4342178"/>
            <a:ext cx="2269787" cy="369332"/>
          </a:xfrm>
          <a:prstGeom prst="rect">
            <a:avLst/>
          </a:prstGeom>
          <a:noFill/>
        </p:spPr>
        <p:txBody>
          <a:bodyPr wrap="square">
            <a:spAutoFit/>
          </a:bodyPr>
          <a:lstStyle/>
          <a:p>
            <a:r>
              <a:rPr lang="en-US" dirty="0"/>
              <a:t>slab = 150nm</a:t>
            </a:r>
            <a:endParaRPr lang="es-ES" dirty="0"/>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2BDFECD2-156D-6697-CFBF-8CD783F9B986}"/>
                  </a:ext>
                </a:extLst>
              </p:cNvPr>
              <p:cNvSpPr txBox="1"/>
              <p:nvPr/>
            </p:nvSpPr>
            <p:spPr>
              <a:xfrm>
                <a:off x="1079403" y="2709096"/>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width for TE and TM plot here</a:t>
                </a:r>
              </a:p>
            </p:txBody>
          </p:sp>
        </mc:Choice>
        <mc:Fallback xmlns="">
          <p:sp>
            <p:nvSpPr>
              <p:cNvPr id="9" name="CuadroTexto 8">
                <a:extLst>
                  <a:ext uri="{FF2B5EF4-FFF2-40B4-BE49-F238E27FC236}">
                    <a16:creationId xmlns:a16="http://schemas.microsoft.com/office/drawing/2014/main" id="{2BDFECD2-156D-6697-CFBF-8CD783F9B986}"/>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5"/>
                <a:stretch>
                  <a:fillRect t="-3289" b="-921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3BFC64CA-DE35-A528-CF09-36A26DB3DEE4}"/>
                  </a:ext>
                </a:extLst>
              </p:cNvPr>
              <p:cNvSpPr txBox="1"/>
              <p:nvPr/>
            </p:nvSpPr>
            <p:spPr>
              <a:xfrm>
                <a:off x="6883366" y="2709096"/>
                <a:ext cx="4546634" cy="923330"/>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width for TE and TM plot here</a:t>
                </a:r>
              </a:p>
            </p:txBody>
          </p:sp>
        </mc:Choice>
        <mc:Fallback xmlns="">
          <p:sp>
            <p:nvSpPr>
              <p:cNvPr id="10" name="CuadroTexto 9">
                <a:extLst>
                  <a:ext uri="{FF2B5EF4-FFF2-40B4-BE49-F238E27FC236}">
                    <a16:creationId xmlns:a16="http://schemas.microsoft.com/office/drawing/2014/main" id="{3BFC64CA-DE35-A528-CF09-36A26DB3DEE4}"/>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6"/>
                <a:stretch>
                  <a:fillRect t="-3289" b="-9211"/>
                </a:stretch>
              </a:blipFill>
            </p:spPr>
            <p:txBody>
              <a:bodyPr/>
              <a:lstStyle/>
              <a:p>
                <a:r>
                  <a:rPr lang="es-ES">
                    <a:noFill/>
                  </a:rPr>
                  <a:t> </a:t>
                </a:r>
              </a:p>
            </p:txBody>
          </p:sp>
        </mc:Fallback>
      </mc:AlternateContent>
    </p:spTree>
    <p:extLst>
      <p:ext uri="{BB962C8B-B14F-4D97-AF65-F5344CB8AC3E}">
        <p14:creationId xmlns:p14="http://schemas.microsoft.com/office/powerpoint/2010/main" val="5359394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FFFFFF"/>
                </a:solidFill>
                <a:latin typeface="Lucida Sans"/>
                <a:cs typeface="Lucida Sans"/>
              </a:rPr>
              <a:t>Thank</a:t>
            </a:r>
            <a:r>
              <a:rPr sz="3200" b="1" spc="-55" dirty="0">
                <a:solidFill>
                  <a:srgbClr val="FFFFFF"/>
                </a:solidFill>
                <a:latin typeface="Lucida Sans"/>
                <a:cs typeface="Lucida Sans"/>
              </a:rPr>
              <a:t> </a:t>
            </a:r>
            <a:r>
              <a:rPr sz="3200" b="1" dirty="0">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19</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1121</TotalTime>
  <Words>1118</Words>
  <Application>Microsoft Office PowerPoint</Application>
  <PresentationFormat>Panorámica</PresentationFormat>
  <Paragraphs>250</Paragraphs>
  <Slides>19</Slides>
  <Notes>13</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19</vt:i4>
      </vt:variant>
    </vt:vector>
  </HeadingPairs>
  <TitlesOfParts>
    <vt:vector size="26" baseType="lpstr">
      <vt:lpstr>Aptos</vt:lpstr>
      <vt:lpstr>Arial</vt:lpstr>
      <vt:lpstr>Calibri</vt:lpstr>
      <vt:lpstr>Cambria Math</vt:lpstr>
      <vt:lpstr>Lucida Sans</vt:lpstr>
      <vt:lpstr>Times New Roman</vt:lpstr>
      <vt:lpstr>Office Theme</vt:lpstr>
      <vt:lpstr>Presentación de PowerPoint</vt:lpstr>
      <vt:lpstr>Instructions General</vt:lpstr>
      <vt:lpstr>Presentación de PowerPoint</vt:lpstr>
      <vt:lpstr>Learning outcome #1 – Directional coupler length and coupling coefficient Wavelength 1.5 µm – width 1.2 µm – gap 0.6 µm</vt:lpstr>
      <vt:lpstr>Learning outcome #2 – 2x2 Directional Coupler gap 0.6 - 1.6 µm (step 0.1 µm) – Wavelength 1.55 µm </vt:lpstr>
      <vt:lpstr>Presentación de PowerPoint</vt:lpstr>
      <vt:lpstr>Learning outcome #3 – Parallel uncoupled waveguides Wavelength 1.55 µm, width 1.0 µm, gap to be found for uncoupled wvgs</vt:lpstr>
      <vt:lpstr>Presentación de PowerPoint</vt:lpstr>
      <vt:lpstr>Learning outcome #4 – 4.1 2x2 Multimode Interference Coupler  Wavelength 1.55 µm, wMMI = 6.6 µm</vt:lpstr>
      <vt:lpstr>Learning outcome #4.2 – 2x2 Multimode Interference Coupler - Optimization Wavelength 1.55 µm, wMMI = 6.6 µm</vt:lpstr>
      <vt:lpstr>Learning outcome #4.3 – 2x2 Multimode Interference Coupler – Optimization (II) Wavelength 1.55 µm, wMMI = 6.6 µm</vt:lpstr>
      <vt:lpstr>Learning outcome #5.1 – 1x4 Multimode Interference Coupler  Wavelength 1.55 µm, wMMI = 13.2 µm</vt:lpstr>
      <vt:lpstr>Learning outcome #5.2 – 1x4 Multimode Interference Coupler  Wavelength 1.55 µm, wMMI = 13.2 µm</vt:lpstr>
      <vt:lpstr>Learning outcome #5.3 – 1x4 Multimode Interference Coupler  Wavelength 1.55 µm, wMMI = 13.2 µm</vt:lpstr>
      <vt:lpstr>Extra #1 – Directional wavelength dependence Wavelengths from 1.5 to 1.7 µm, gap = 0.6 µm, width 1.0 µm  </vt:lpstr>
      <vt:lpstr>Extra #2 – Directional coupler gap dependence Wavelength 1.55 µm, width 1.0 µm, gap 0.2-2.4 µm (step 0.2 µm) </vt:lpstr>
      <vt:lpstr>Extra #3 – MMI coupler wavelength dependence Wavelengths from 1.5 to 1.7 µm, wMMI = 6.6 µm</vt:lpstr>
      <vt:lpstr>Extra #4 – MMI coupler body width dependence Wavelength 1.55 µm, wMMI = 5-10 µm (steps 0.5 µm)</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cfp</cp:lastModifiedBy>
  <cp:revision>35</cp:revision>
  <dcterms:created xsi:type="dcterms:W3CDTF">2025-01-27T02:46:57Z</dcterms:created>
  <dcterms:modified xsi:type="dcterms:W3CDTF">2026-03-10T19:06:05Z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